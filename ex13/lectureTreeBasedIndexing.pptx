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354" r:id="rId4"/>
    <p:sldId id="356" r:id="rId5"/>
    <p:sldId id="262" r:id="rId6"/>
    <p:sldId id="357" r:id="rId7"/>
    <p:sldId id="358" r:id="rId8"/>
    <p:sldId id="258" r:id="rId9"/>
    <p:sldId id="259" r:id="rId10"/>
    <p:sldId id="260" r:id="rId11"/>
    <p:sldId id="261" r:id="rId12"/>
    <p:sldId id="263" r:id="rId13"/>
    <p:sldId id="264" r:id="rId14"/>
    <p:sldId id="266" r:id="rId15"/>
    <p:sldId id="265" r:id="rId16"/>
    <p:sldId id="273" r:id="rId17"/>
    <p:sldId id="268" r:id="rId18"/>
    <p:sldId id="270" r:id="rId19"/>
    <p:sldId id="269" r:id="rId20"/>
    <p:sldId id="267" r:id="rId21"/>
    <p:sldId id="271" r:id="rId22"/>
    <p:sldId id="274" r:id="rId23"/>
    <p:sldId id="305" r:id="rId24"/>
    <p:sldId id="276" r:id="rId25"/>
    <p:sldId id="277" r:id="rId26"/>
    <p:sldId id="278" r:id="rId27"/>
    <p:sldId id="293" r:id="rId28"/>
    <p:sldId id="279" r:id="rId29"/>
    <p:sldId id="283" r:id="rId30"/>
    <p:sldId id="284" r:id="rId31"/>
    <p:sldId id="285" r:id="rId32"/>
    <p:sldId id="286" r:id="rId33"/>
    <p:sldId id="287" r:id="rId34"/>
    <p:sldId id="282" r:id="rId35"/>
    <p:sldId id="288" r:id="rId36"/>
    <p:sldId id="289" r:id="rId37"/>
    <p:sldId id="290" r:id="rId38"/>
    <p:sldId id="291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27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66"/>
    <p:restoredTop sz="92549"/>
  </p:normalViewPr>
  <p:slideViewPr>
    <p:cSldViewPr snapToGrid="0" snapToObjects="1">
      <p:cViewPr varScale="1">
        <p:scale>
          <a:sx n="137" d="100"/>
          <a:sy n="137" d="100"/>
        </p:scale>
        <p:origin x="224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750CE-C9C4-E64D-A49C-551907EBB59E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A22FD-3E22-C44E-9B50-6E69BE7E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20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EA22FD-3E22-C44E-9B50-6E69BE7E20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252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36502BFE-D73F-F04E-8EEF-16D6AE9155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B713CB1-58C3-D64A-962C-B2AD7136B464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29AFF1A-67BF-244D-B1A2-889438B0F5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6500B04-FC82-4B4F-A920-B79FB61C2E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PR" altLang="en-P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0F45192A-6EC9-7B49-BC52-E6C2CC53DE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D2EB42-4442-8642-BDB2-43D9D2F4FE6A}" type="slidenum">
              <a:rPr lang="en-US" altLang="en-PR" sz="1200"/>
              <a:pPr/>
              <a:t>4</a:t>
            </a:fld>
            <a:endParaRPr lang="en-US" altLang="en-PR" sz="1200"/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62181292-7D5B-4C42-8B63-9349F8A93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1F0781F-B65B-894B-B7BB-419FE70DC7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021D77B6-C136-5E48-AD28-D9B0B1084F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3D47B4-3CE2-F244-8B3E-4366BAA31F94}" type="slidenum">
              <a:rPr lang="en-US" altLang="en-PR" sz="1200"/>
              <a:pPr/>
              <a:t>5</a:t>
            </a:fld>
            <a:endParaRPr lang="en-US" altLang="en-PR" sz="1200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AB6F40D3-E792-A34F-8F8B-26B2898C2B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3F627C5-9AB3-874B-9C86-1D6C73E74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2F8D7F9D-41B7-6641-A25C-1EDE5BAD79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BBE99B-BCA4-704F-83EC-085AB9D6553D}" type="slidenum">
              <a:rPr lang="en-US" altLang="en-PR" sz="1200"/>
              <a:pPr/>
              <a:t>8</a:t>
            </a:fld>
            <a:endParaRPr lang="en-US" altLang="en-PR" sz="1200"/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6EAE6B0A-D707-AC46-9524-BF595AF918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F9306B4-C279-E543-AE58-6117E128B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A7653B8F-8B29-4742-AF6D-76568AB307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52DEC1-ED3F-954B-9D76-C841B16AE453}" type="slidenum">
              <a:rPr lang="en-US" altLang="en-PR" sz="1200"/>
              <a:pPr/>
              <a:t>9</a:t>
            </a:fld>
            <a:endParaRPr lang="en-US" altLang="en-PR" sz="1200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83739C85-32DC-DA4E-83A4-DDB8C00DCC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0156CFE-2EFB-3A43-9977-C1B75B73D9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7FADF1FE-3992-EE45-B08B-CF1C787799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3F60FB-CD00-9D4E-9B08-DECC80227EFB}" type="slidenum">
              <a:rPr lang="en-US" altLang="en-PR" sz="1200"/>
              <a:pPr/>
              <a:t>10</a:t>
            </a:fld>
            <a:endParaRPr lang="en-US" altLang="en-PR" sz="1200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25060690-160F-7547-A906-2DE3392A7A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E2C4DD9-FE78-B744-9001-F41493D5F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1B4C5570-B3CB-E343-8A57-BC80CBCE0F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E6267C-C60B-3C41-ADBD-C317604DF53A}" type="slidenum">
              <a:rPr lang="en-US" altLang="en-PR" sz="1200"/>
              <a:pPr/>
              <a:t>11</a:t>
            </a:fld>
            <a:endParaRPr lang="en-US" altLang="en-PR" sz="120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8B6F1934-6D5D-E645-9FCE-3AD2EF938F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E13794B-543E-5545-AD39-0935BA992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881240B6-76C0-AE44-BB33-6237EF1383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283875-5655-D94A-87C0-1CD19A089CBD}" type="slidenum">
              <a:rPr lang="en-US" altLang="en-PR" sz="1200"/>
              <a:pPr/>
              <a:t>12</a:t>
            </a:fld>
            <a:endParaRPr lang="en-US" altLang="en-PR" sz="1200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500C9BA8-8A6B-A84F-9CEF-6A12B3F965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A94CC1E-E22C-9A47-A4E8-5F4C498D87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04CEA6C7-EC71-214F-9B3C-8E7DF5EF9D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F0B64A-A4D2-804A-97BB-53913968137B}" type="slidenum">
              <a:rPr lang="en-US" altLang="en-PR" sz="1200"/>
              <a:pPr/>
              <a:t>13</a:t>
            </a:fld>
            <a:endParaRPr lang="en-US" altLang="en-PR" sz="12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869700E-EBA3-8E4B-98DE-4AE6B0EB24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3E60039-F264-B843-896A-20AB8C5BAB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63718C15-6724-9146-A5BC-A039FC2F7A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01120F-754C-2442-B8C3-012BF2EC82EA}" type="slidenum">
              <a:rPr lang="en-US" altLang="en-PR" sz="1200"/>
              <a:pPr/>
              <a:t>14</a:t>
            </a:fld>
            <a:endParaRPr lang="en-US" altLang="en-PR" sz="12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9BBB008C-BCF6-4F40-ABF8-F24E677AAD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4570AB6B-7DBC-D942-AE84-DFA60C8B8D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0929F728-4A0B-4C4E-9661-7EF2E519B5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091B84-9A15-0141-AE7E-7B257B1C87E9}" type="slidenum">
              <a:rPr lang="en-US" altLang="en-PR" sz="1200"/>
              <a:pPr/>
              <a:t>15</a:t>
            </a:fld>
            <a:endParaRPr lang="en-US" altLang="en-PR" sz="120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DAB83CA-440D-E148-A341-3E371D4DEE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9D5C54B-AD4E-6B45-9E2C-9E57CEF2D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3441EE94-1806-DF45-B724-94142DEB77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8F4857-815E-2B47-A41E-2A5D770E8A56}" type="slidenum">
              <a:rPr lang="en-US" altLang="en-PR" sz="1200"/>
              <a:pPr/>
              <a:t>16</a:t>
            </a:fld>
            <a:endParaRPr lang="en-US" altLang="en-PR" sz="1200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4561CF15-FCB1-7C44-BA55-D99FB48E63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A6E584F-850C-634F-A453-3E3FDC6C4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04DBA78D-1734-F34A-BF08-C140E94F4B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0F01B19-47A5-8642-B6ED-8C2726E5D875}" type="slidenum">
              <a:rPr lang="en-US" altLang="en-PR" sz="1200"/>
              <a:pPr/>
              <a:t>17</a:t>
            </a:fld>
            <a:endParaRPr lang="en-US" altLang="en-PR" sz="12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FBAE406-9504-F149-B24E-693DCE28C1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0D6705C-2FAB-9440-87D7-A15271622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DD0087EA-4872-4E44-BBD4-7E6E50932E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0AACEA-7077-E847-AC5E-55E9FFCF98B4}" type="slidenum">
              <a:rPr lang="en-US" altLang="en-PR" sz="1200"/>
              <a:pPr/>
              <a:t>18</a:t>
            </a:fld>
            <a:endParaRPr lang="en-US" altLang="en-PR" sz="1200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356AD09A-154A-704A-AD23-21F4092300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802E0EE-DE7B-5D4D-B370-FC2C0DD39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DEAFD4FB-90E9-A241-AE43-9EE61BC450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5CF7E1-9509-8A4C-8582-671ADA5F2F72}" type="slidenum">
              <a:rPr lang="en-US" altLang="en-PR" sz="1200"/>
              <a:pPr/>
              <a:t>19</a:t>
            </a:fld>
            <a:endParaRPr lang="en-US" altLang="en-PR" sz="1200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1F7CEC60-C10C-F34D-BD87-230D413EE8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72A84DF-B6E8-C046-B880-0C5B33177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A626F3A1-EBB1-584B-ADCF-EA53AA1A5A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846598-A7DB-5543-B832-B0A28BB6DA7B}" type="slidenum">
              <a:rPr lang="en-US" altLang="en-PR" sz="1200"/>
              <a:pPr/>
              <a:t>20</a:t>
            </a:fld>
            <a:endParaRPr lang="en-US" altLang="en-PR" sz="1200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158B8D5B-2804-AE4C-B277-E0ED1A6389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F650EB2-DF8D-D94B-A447-81A976CB06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05FE1F3A-5AAC-AB49-A9A8-4CBF26640F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E87680-95D8-D248-BD84-7C7F34638AA3}" type="slidenum">
              <a:rPr lang="en-US" altLang="en-PR" sz="1200"/>
              <a:pPr/>
              <a:t>21</a:t>
            </a:fld>
            <a:endParaRPr lang="en-US" altLang="en-PR" sz="1200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79F49EA4-C184-A443-A58C-0A8DD522AE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48EC2FF-FA3B-964D-A229-89EF3B033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432340B4-D6C7-734C-8215-A4B34DA2CA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F59A63-09F0-8446-ABFE-1D21C94C8188}" type="slidenum">
              <a:rPr lang="en-US" altLang="en-PR" sz="1200"/>
              <a:pPr/>
              <a:t>22</a:t>
            </a:fld>
            <a:endParaRPr lang="en-US" altLang="en-PR" sz="12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61E82D11-9EED-BF47-8ED7-485A3865D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AEBB421-86EC-924C-B262-B53FCF1B2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9F5102FE-AF07-1D48-A2A0-0B834B4E88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B19CC1-FF68-3841-88A0-39BB85ACAC63}" type="slidenum">
              <a:rPr lang="en-US" altLang="en-PR" sz="1200"/>
              <a:pPr/>
              <a:t>23</a:t>
            </a:fld>
            <a:endParaRPr lang="en-US" altLang="en-PR" sz="12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B6190A8B-9C46-C741-97E2-1F10123F44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6F5BC463-71B9-2143-9DA2-E50DB1BA81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46605223-DA6D-2446-985B-93654893DA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1BF0F1-ADB2-F74A-B3A2-64C7D1A26771}" type="slidenum">
              <a:rPr lang="en-US" altLang="en-PR" sz="1200"/>
              <a:pPr/>
              <a:t>24</a:t>
            </a:fld>
            <a:endParaRPr lang="en-US" altLang="en-PR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DE683821-5EF1-E843-89B8-E0B34C8714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5F36C17-AB9A-B74B-BA41-5BA1E339E1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C2558717-A604-DF41-B97A-963422DA76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C5AA331-040F-324A-8E28-8410FB809EEE}" type="slidenum">
              <a:rPr lang="en-US" altLang="en-PR" sz="1200"/>
              <a:pPr/>
              <a:t>25</a:t>
            </a:fld>
            <a:endParaRPr lang="en-US" altLang="en-PR" sz="12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52F1CF88-9127-7942-B476-FEFD840A6D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DC72A84D-1BC3-C747-8DC5-6CEBF0C716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987EBD07-3E6C-EA41-B4CA-5C99136391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585722-CF23-9848-997D-A8DF5451A73E}" type="slidenum">
              <a:rPr lang="en-US" altLang="en-PR" sz="1200"/>
              <a:pPr/>
              <a:t>26</a:t>
            </a:fld>
            <a:endParaRPr lang="en-US" altLang="en-PR" sz="12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B38337EC-E4DC-544B-B759-B48051A6A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C7D57346-D193-7D44-9791-244D0EDAB7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9C53F530-02DF-5648-8D15-395DFD32E6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C45FEF-AB62-7844-B93B-30077D805392}" type="slidenum">
              <a:rPr lang="en-US" altLang="en-PR" sz="1200"/>
              <a:pPr/>
              <a:t>27</a:t>
            </a:fld>
            <a:endParaRPr lang="en-US" altLang="en-PR" sz="1200"/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4C208C88-95FE-FA47-AEEC-4D4948B7FF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2C5CA49-5A51-E542-BB1D-4984F220C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7B0F907B-CF8F-3343-BF07-9909231F47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3DA6B6-4005-BB47-A61A-537BDD4F5283}" type="slidenum">
              <a:rPr lang="en-US" altLang="en-PR" sz="1200"/>
              <a:pPr/>
              <a:t>28</a:t>
            </a:fld>
            <a:endParaRPr lang="en-US" altLang="en-PR" sz="1200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C34BC813-042A-344B-A671-DF046B0A7F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F44E448-63FD-F14C-ACBF-CFE9DCD68F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4B8BF3DC-571A-574A-B2B3-27DC26E843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9F67FA-8E12-234E-916F-5BCF6F719B5B}" type="slidenum">
              <a:rPr lang="en-US" altLang="en-PR" sz="1200"/>
              <a:pPr/>
              <a:t>29</a:t>
            </a:fld>
            <a:endParaRPr lang="en-US" altLang="en-PR" sz="1200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6B34D624-747C-8B47-9CDD-3A031DE587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3EF77891-779D-AD4D-99E4-26B9BFC8D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CCDCC368-4008-C34A-8596-3923853FD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9BCC04-5DFE-E440-ABE0-3ECF3A51371D}" type="slidenum">
              <a:rPr lang="en-US" altLang="en-PR" sz="1200"/>
              <a:pPr/>
              <a:t>30</a:t>
            </a:fld>
            <a:endParaRPr lang="en-US" altLang="en-PR" sz="12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65102821-4F3F-9F4C-8E1B-9823E18EAB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2BDA3412-2C85-FC4A-8C1A-59A8B21E80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F9ED550B-AD31-C64B-9B3A-8C114F2E8A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F4E3C4-1882-2C49-8F69-9827DFCDD896}" type="slidenum">
              <a:rPr lang="en-US" altLang="en-PR" sz="1200"/>
              <a:pPr/>
              <a:t>31</a:t>
            </a:fld>
            <a:endParaRPr lang="en-US" altLang="en-PR" sz="12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448A9B29-5FFB-294E-8346-CFB9D5AABB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C8B485D9-0984-BA4A-84FF-7D3E1A970E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DDE6C6E4-507A-B243-ACDD-B3C3786F5D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A16299-AE69-954D-9A25-33F59A2A6CCD}" type="slidenum">
              <a:rPr lang="en-US" altLang="en-PR" sz="1200"/>
              <a:pPr/>
              <a:t>32</a:t>
            </a:fld>
            <a:endParaRPr lang="en-US" altLang="en-PR" sz="12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D014B0F7-B9DD-E54D-85D8-65075D1AA4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7C385BB-EF33-E943-9F2F-A9F6DE72E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A49AC188-37AC-D642-A972-2971DFA935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7ECA12-0A40-C647-AEC1-252FF4418CEB}" type="slidenum">
              <a:rPr lang="en-US" altLang="en-PR" sz="1200"/>
              <a:pPr/>
              <a:t>33</a:t>
            </a:fld>
            <a:endParaRPr lang="en-US" altLang="en-PR" sz="1200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FB4D2D16-2438-FB4D-9BE3-5858096508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A6B2B34D-DA1A-D347-8E98-B4A9D1D6E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CF6D8CB7-72DE-B549-AAB7-D70AA407E2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1240B0-BD56-6E4E-85B4-CF7E90DDFC55}" type="slidenum">
              <a:rPr lang="en-US" altLang="en-PR" sz="1200"/>
              <a:pPr/>
              <a:t>34</a:t>
            </a:fld>
            <a:endParaRPr lang="en-US" altLang="en-PR" sz="12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38BD2706-C9B9-7046-8FA2-634F639C2D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BEB73645-81D1-924F-A255-B92764687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AD835DC1-1417-5B42-8B65-1708961E7F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058182-4AB8-264A-B9A0-CD8DE8B37431}" type="slidenum">
              <a:rPr lang="en-US" altLang="en-PR" sz="1200"/>
              <a:pPr/>
              <a:t>35</a:t>
            </a:fld>
            <a:endParaRPr lang="en-US" altLang="en-PR" sz="12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146563F2-0195-834D-AE5E-BA1DA67325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78E0102-750D-324F-BA2F-D2887C5DA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CCBB2646-2F5E-3247-8CA5-EB48BB3220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BE93BA-E362-0349-9FC3-60DB87DFCF7D}" type="slidenum">
              <a:rPr lang="en-US" altLang="en-PR" sz="1200"/>
              <a:pPr/>
              <a:t>36</a:t>
            </a:fld>
            <a:endParaRPr lang="en-US" altLang="en-PR" sz="12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E430E65E-AF36-B444-B659-23C4C4E48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7A9580B7-F25E-A74B-BBE9-E008DF974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396FCB6A-B3E8-C94A-AB30-CFD98A7CC9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4619F7-91FB-5248-9918-C0F65F2FF833}" type="slidenum">
              <a:rPr lang="en-US" altLang="en-PR" sz="1200"/>
              <a:pPr/>
              <a:t>37</a:t>
            </a:fld>
            <a:endParaRPr lang="en-US" altLang="en-PR" sz="1200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7767A1B2-7598-3C46-A7A6-938F812929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6010E18E-C024-8640-BF9F-8E08D3106D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3ACD2121-5072-FB4C-82FD-A1E98018F1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3CE1C1-5B72-9D44-B5BD-987A722993F1}" type="slidenum">
              <a:rPr lang="en-US" altLang="en-PR" sz="1200"/>
              <a:pPr/>
              <a:t>38</a:t>
            </a:fld>
            <a:endParaRPr lang="en-US" altLang="en-PR" sz="1200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76438183-E733-CE47-9D6D-36454403E0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FA7452C6-F230-D448-92BD-9E4E9F510E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926AB41E-F290-F34D-9A54-9BF383B20A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FBF419-2332-3F40-8963-2230A689AF10}" type="slidenum">
              <a:rPr lang="en-US" altLang="en-PR" sz="1200"/>
              <a:pPr/>
              <a:t>39</a:t>
            </a:fld>
            <a:endParaRPr lang="en-US" altLang="en-PR" sz="1200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05D598D7-A0E8-5648-969B-ECD4C428CF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8E36106-0179-4746-8998-355FBDE38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F32C1A32-8563-9344-A804-5AA4288F7D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7DDE8F-6BD7-AA49-B6B3-8DB68B1EB316}" type="slidenum">
              <a:rPr lang="en-US" altLang="en-PR" sz="1200"/>
              <a:pPr/>
              <a:t>40</a:t>
            </a:fld>
            <a:endParaRPr lang="en-US" altLang="en-PR" sz="1200"/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03FD3AB0-4FBF-CD4B-84D3-6F594D5988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5F754E33-8C8C-2F48-BC40-ACA600E924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468C4A8C-93F8-524B-B211-C1FEDC12DF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CA0707-1124-384B-8092-B81083A0C6DB}" type="slidenum">
              <a:rPr lang="en-US" altLang="en-PR" sz="1200"/>
              <a:pPr/>
              <a:t>41</a:t>
            </a:fld>
            <a:endParaRPr lang="en-US" altLang="en-PR" sz="1200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0D0F4FA5-054D-094F-B119-2A75B13A71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8BB6789E-3DAD-ED46-A889-2E6D86561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C3AC3B2D-1B13-6A4B-B718-F94BAA1683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163DCD0-34BE-904C-8143-C7B3ABA435D5}" type="slidenum">
              <a:rPr lang="en-US" altLang="en-PR" sz="1200"/>
              <a:pPr/>
              <a:t>42</a:t>
            </a:fld>
            <a:endParaRPr lang="en-US" altLang="en-PR" sz="1200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F8E2BB99-1FEF-9E4F-89BB-15907B7E3A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EE823EE4-A267-724C-813B-88571C6C7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9B3D67CE-0F27-4048-8D4E-729F726AF6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20CD5C-C364-2449-99F5-64487EA7A811}" type="slidenum">
              <a:rPr lang="en-US" altLang="en-PR" sz="1200"/>
              <a:pPr/>
              <a:t>43</a:t>
            </a:fld>
            <a:endParaRPr lang="en-US" altLang="en-PR" sz="1200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8DD4EFE6-6444-9B4B-A451-B6E0790111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7A0F6FFF-5C2C-1B4C-AC16-5818AA5827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0C9FCFAF-8398-D94C-AE71-465FE1177A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7B8BEA-5161-B94D-9174-32779817DB22}" type="slidenum">
              <a:rPr lang="en-US" altLang="en-PR" sz="1200"/>
              <a:pPr/>
              <a:t>44</a:t>
            </a:fld>
            <a:endParaRPr lang="en-US" altLang="en-PR" sz="1200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B38EF652-AF5E-7E4A-97E9-0F1AA9EA9C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8E0CED2B-1E0F-C542-9CCD-392A50A8C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E8CD8248-7DC5-284F-AAD4-488A4ED0FF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D92AB1-FF71-E045-A53E-1D6D96D42EDC}" type="slidenum">
              <a:rPr lang="en-US" altLang="en-PR" sz="1200"/>
              <a:pPr/>
              <a:t>45</a:t>
            </a:fld>
            <a:endParaRPr lang="en-US" altLang="en-PR" sz="1200"/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71C00DC1-97B2-2E45-88A1-EAAE4A447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033D5A26-8A54-514B-8A40-B9BDF56C87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BBB63D9F-24CB-1D42-A9BA-BA5DDD487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326168-B620-444A-BDDE-7929575C77FF}" type="slidenum">
              <a:rPr lang="en-US" altLang="en-PR" sz="1200"/>
              <a:pPr/>
              <a:t>46</a:t>
            </a:fld>
            <a:endParaRPr lang="en-US" altLang="en-PR" sz="1200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FCA47410-B115-2C44-9783-DDEE5FB979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988C873-AF36-E64A-9941-76E1865D1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FCE4DF94-4B98-AD49-9435-C798E31FFC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66C477-FED7-2742-9BBD-34256C2A9848}" type="slidenum">
              <a:rPr lang="en-US" altLang="en-PR" sz="1200"/>
              <a:pPr/>
              <a:t>47</a:t>
            </a:fld>
            <a:endParaRPr lang="en-US" altLang="en-PR" sz="1200"/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366563B9-3CAE-C747-A2FC-AB5C0E77E9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103EFB2-9CF1-CF4B-88DC-5AEA7BDF3D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95D07094-BCFF-0342-B766-880D23AF20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43E225-801F-694F-AD43-9DC2A5B6F7C0}" type="slidenum">
              <a:rPr lang="en-US" altLang="en-PR" sz="1200"/>
              <a:pPr/>
              <a:t>48</a:t>
            </a:fld>
            <a:endParaRPr lang="en-US" altLang="en-PR" sz="1200"/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BBEAF80D-A293-304D-BF73-673B450C06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D14C0802-809D-4148-BD01-6D899475E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FB6E7BD3-C9B8-0342-95DB-8E171EDFCE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8C3247-85EA-E24F-BC7A-D3BC3D8F644B}" type="slidenum">
              <a:rPr lang="en-US" altLang="en-PR" sz="1200"/>
              <a:pPr/>
              <a:t>49</a:t>
            </a:fld>
            <a:endParaRPr lang="en-US" altLang="en-PR" sz="1200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2C610CF7-0A0F-3546-8BB7-B4DE312AA0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0DF6706F-D499-AD45-8ECC-168432227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PR" altLang="en-P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76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FC1CA4-90FB-6946-B805-2EEEC05129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6999" y="42598"/>
            <a:ext cx="1905001" cy="169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7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3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038CF8-F783-394D-B44A-83164CF534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99913" y="64823"/>
            <a:ext cx="1905001" cy="169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70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2BB2FA-AA8F-3445-AC95-EADDA46618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6371" y="0"/>
            <a:ext cx="1905001" cy="169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9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1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6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0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5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Database Systems Engineering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Manuel Rodriguez Martinez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51384-4C66-B349-8C70-9DABC03CB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66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3030" y="2087159"/>
            <a:ext cx="6607445" cy="1029319"/>
          </a:xfrm>
        </p:spPr>
        <p:txBody>
          <a:bodyPr>
            <a:noAutofit/>
          </a:bodyPr>
          <a:lstStyle/>
          <a:p>
            <a:r>
              <a:rPr lang="en-US" sz="6600" b="1" dirty="0"/>
              <a:t>Database Systems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502" y="4206472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dirty="0"/>
              <a:t>Tree-based Indexing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301858" y="3812583"/>
            <a:ext cx="9391973" cy="3099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58543" y="3071625"/>
            <a:ext cx="4476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Manuel Rodriguez-Martinez, Ph.D.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33BC05C-F8E2-7C43-AE63-E1677AED6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28" y="674751"/>
            <a:ext cx="3080658" cy="2738362"/>
          </a:xfrm>
          <a:prstGeom prst="rect">
            <a:avLst/>
          </a:prstGeom>
        </p:spPr>
      </p:pic>
      <p:graphicFrame>
        <p:nvGraphicFramePr>
          <p:cNvPr id="22" name="Object 4">
            <a:extLst>
              <a:ext uri="{FF2B5EF4-FFF2-40B4-BE49-F238E27FC236}">
                <a16:creationId xmlns:a16="http://schemas.microsoft.com/office/drawing/2014/main" id="{9465E831-DC3B-E14F-9E5F-FA2DB873EB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993202"/>
              </p:ext>
            </p:extLst>
          </p:nvPr>
        </p:nvGraphicFramePr>
        <p:xfrm>
          <a:off x="5491012" y="5231864"/>
          <a:ext cx="1562931" cy="1468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Drawing 1.01" r:id="rId4" imgW="2533650" imgH="2381250" progId="MSDraw.1.01">
                  <p:embed/>
                </p:oleObj>
              </mc:Choice>
              <mc:Fallback>
                <p:oleObj name="Microsoft Drawing 1.01" r:id="rId4" imgW="2533650" imgH="2381250" progId="MSDraw.1.01">
                  <p:embed/>
                  <p:pic>
                    <p:nvPicPr>
                      <p:cNvPr id="14339" name="Object 4">
                        <a:extLst>
                          <a:ext uri="{FF2B5EF4-FFF2-40B4-BE49-F238E27FC236}">
                            <a16:creationId xmlns:a16="http://schemas.microsoft.com/office/drawing/2014/main" id="{3274C204-4F25-8C4A-8189-4004FC411C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1012" y="5231864"/>
                        <a:ext cx="1562931" cy="1468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4430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600" dirty="0"/>
          </a:p>
          <a:p>
            <a:r>
              <a:rPr lang="en-US" sz="3600" dirty="0"/>
              <a:t>Describe the tree-based indexing structures</a:t>
            </a:r>
          </a:p>
          <a:p>
            <a:endParaRPr lang="en-US" sz="3600" dirty="0"/>
          </a:p>
          <a:p>
            <a:r>
              <a:rPr lang="en-US" sz="3600" dirty="0"/>
              <a:t>Describe the operations used to search, insert or delete records</a:t>
            </a:r>
          </a:p>
          <a:p>
            <a:endParaRPr lang="en-US" sz="3600" dirty="0"/>
          </a:p>
          <a:p>
            <a:endParaRPr lang="en-US" sz="3200" dirty="0"/>
          </a:p>
          <a:p>
            <a:endParaRPr lang="en-US" sz="360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4D2F9C-4B3F-B542-BFF2-282B28E2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AA490E-8F96-D24A-9FE6-6AEE87F6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4172F-7137-6F4B-A3CE-E30800FD5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62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>
            <a:extLst>
              <a:ext uri="{FF2B5EF4-FFF2-40B4-BE49-F238E27FC236}">
                <a16:creationId xmlns:a16="http://schemas.microsoft.com/office/drawing/2014/main" id="{C7EFCD4F-77F3-CE48-A151-058EE04D1A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Relational DBMS Architecture</a:t>
            </a:r>
          </a:p>
        </p:txBody>
      </p:sp>
      <p:sp>
        <p:nvSpPr>
          <p:cNvPr id="18437" name="AutoShape 3">
            <a:extLst>
              <a:ext uri="{FF2B5EF4-FFF2-40B4-BE49-F238E27FC236}">
                <a16:creationId xmlns:a16="http://schemas.microsoft.com/office/drawing/2014/main" id="{5E636D81-2240-944A-96FD-9EDB154B3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5410200"/>
            <a:ext cx="1600200" cy="685800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8438" name="Rectangle 4">
            <a:extLst>
              <a:ext uri="{FF2B5EF4-FFF2-40B4-BE49-F238E27FC236}">
                <a16:creationId xmlns:a16="http://schemas.microsoft.com/office/drawing/2014/main" id="{D75C44DA-57B7-8548-8C68-C547C8A64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1981200"/>
            <a:ext cx="1219200" cy="914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PR" altLang="en-PR"/>
          </a:p>
        </p:txBody>
      </p:sp>
      <p:grpSp>
        <p:nvGrpSpPr>
          <p:cNvPr id="18439" name="Group 5">
            <a:extLst>
              <a:ext uri="{FF2B5EF4-FFF2-40B4-BE49-F238E27FC236}">
                <a16:creationId xmlns:a16="http://schemas.microsoft.com/office/drawing/2014/main" id="{485D5141-C302-0646-A606-EDDD9D43229B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752600"/>
            <a:ext cx="2895600" cy="3200400"/>
            <a:chOff x="2352" y="1248"/>
            <a:chExt cx="1824" cy="2016"/>
          </a:xfrm>
        </p:grpSpPr>
        <p:sp>
          <p:nvSpPr>
            <p:cNvPr id="18464" name="Rectangle 6">
              <a:extLst>
                <a:ext uri="{FF2B5EF4-FFF2-40B4-BE49-F238E27FC236}">
                  <a16:creationId xmlns:a16="http://schemas.microsoft.com/office/drawing/2014/main" id="{9928512A-FF38-634A-A30D-CD059E59C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248"/>
              <a:ext cx="1824" cy="20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PR" altLang="en-PR"/>
            </a:p>
          </p:txBody>
        </p:sp>
        <p:sp>
          <p:nvSpPr>
            <p:cNvPr id="18465" name="Line 7">
              <a:extLst>
                <a:ext uri="{FF2B5EF4-FFF2-40B4-BE49-F238E27FC236}">
                  <a16:creationId xmlns:a16="http://schemas.microsoft.com/office/drawing/2014/main" id="{675315FE-D3F9-1B4F-8D76-B2DA69DE3D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976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Line 8">
              <a:extLst>
                <a:ext uri="{FF2B5EF4-FFF2-40B4-BE49-F238E27FC236}">
                  <a16:creationId xmlns:a16="http://schemas.microsoft.com/office/drawing/2014/main" id="{B2903D08-941F-A745-8121-3923A84D6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688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Line 9">
              <a:extLst>
                <a:ext uri="{FF2B5EF4-FFF2-40B4-BE49-F238E27FC236}">
                  <a16:creationId xmlns:a16="http://schemas.microsoft.com/office/drawing/2014/main" id="{1E130A4F-7BC8-6740-B3DB-FC64A2D73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400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Line 10">
              <a:extLst>
                <a:ext uri="{FF2B5EF4-FFF2-40B4-BE49-F238E27FC236}">
                  <a16:creationId xmlns:a16="http://schemas.microsoft.com/office/drawing/2014/main" id="{26E93CDF-D421-804E-A04B-FFDFB643E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112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Line 11">
              <a:extLst>
                <a:ext uri="{FF2B5EF4-FFF2-40B4-BE49-F238E27FC236}">
                  <a16:creationId xmlns:a16="http://schemas.microsoft.com/office/drawing/2014/main" id="{03070B86-EB53-3C41-89B7-9B59A527D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824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Line 12">
              <a:extLst>
                <a:ext uri="{FF2B5EF4-FFF2-40B4-BE49-F238E27FC236}">
                  <a16:creationId xmlns:a16="http://schemas.microsoft.com/office/drawing/2014/main" id="{1A8FB6DF-6F8B-E64B-B656-F8EC27FB67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1536"/>
              <a:ext cx="18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40" name="Text Box 13">
            <a:extLst>
              <a:ext uri="{FF2B5EF4-FFF2-40B4-BE49-F238E27FC236}">
                <a16:creationId xmlns:a16="http://schemas.microsoft.com/office/drawing/2014/main" id="{065B54B1-327D-754D-B02B-1212640B1E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525" y="56022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8441" name="Line 14">
            <a:extLst>
              <a:ext uri="{FF2B5EF4-FFF2-40B4-BE49-F238E27FC236}">
                <a16:creationId xmlns:a16="http://schemas.microsoft.com/office/drawing/2014/main" id="{5FF1CE22-AE82-3E45-B567-0F302657C8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4953000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42" name="Text Box 15">
            <a:extLst>
              <a:ext uri="{FF2B5EF4-FFF2-40B4-BE49-F238E27FC236}">
                <a16:creationId xmlns:a16="http://schemas.microsoft.com/office/drawing/2014/main" id="{D6353010-206E-614E-8DBC-56F352BA1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572000"/>
            <a:ext cx="24526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PR" sz="1600"/>
              <a:t>Disk Space Management</a:t>
            </a:r>
          </a:p>
        </p:txBody>
      </p:sp>
      <p:sp>
        <p:nvSpPr>
          <p:cNvPr id="18443" name="Text Box 16">
            <a:extLst>
              <a:ext uri="{FF2B5EF4-FFF2-40B4-BE49-F238E27FC236}">
                <a16:creationId xmlns:a16="http://schemas.microsoft.com/office/drawing/2014/main" id="{768E15D9-213F-204D-9102-DB27FC363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114800"/>
            <a:ext cx="19700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PR" sz="1600"/>
              <a:t>Buffer Management</a:t>
            </a:r>
          </a:p>
        </p:txBody>
      </p:sp>
      <p:sp>
        <p:nvSpPr>
          <p:cNvPr id="18444" name="Text Box 17">
            <a:extLst>
              <a:ext uri="{FF2B5EF4-FFF2-40B4-BE49-F238E27FC236}">
                <a16:creationId xmlns:a16="http://schemas.microsoft.com/office/drawing/2014/main" id="{C46AB93E-A889-8F43-9205-BC166F9D5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3657600"/>
            <a:ext cx="24526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PR" sz="1600"/>
              <a:t>File and Access Methods</a:t>
            </a:r>
          </a:p>
        </p:txBody>
      </p:sp>
      <p:sp>
        <p:nvSpPr>
          <p:cNvPr id="18445" name="Text Box 18">
            <a:extLst>
              <a:ext uri="{FF2B5EF4-FFF2-40B4-BE49-F238E27FC236}">
                <a16:creationId xmlns:a16="http://schemas.microsoft.com/office/drawing/2014/main" id="{9C561DBB-FCE4-904D-8142-AB812D9C8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200400"/>
            <a:ext cx="2046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PR" sz="1600"/>
              <a:t>Relational Operators</a:t>
            </a:r>
          </a:p>
        </p:txBody>
      </p:sp>
      <p:sp>
        <p:nvSpPr>
          <p:cNvPr id="18446" name="Text Box 19">
            <a:extLst>
              <a:ext uri="{FF2B5EF4-FFF2-40B4-BE49-F238E27FC236}">
                <a16:creationId xmlns:a16="http://schemas.microsoft.com/office/drawing/2014/main" id="{158B86E5-CCFA-5A44-9FF2-5EB38DCB9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743200"/>
            <a:ext cx="1665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PR" sz="1600"/>
              <a:t>Query Optimizer</a:t>
            </a:r>
          </a:p>
        </p:txBody>
      </p:sp>
      <p:sp>
        <p:nvSpPr>
          <p:cNvPr id="18447" name="Text Box 20">
            <a:extLst>
              <a:ext uri="{FF2B5EF4-FFF2-40B4-BE49-F238E27FC236}">
                <a16:creationId xmlns:a16="http://schemas.microsoft.com/office/drawing/2014/main" id="{9D3D2F9E-FC62-1741-B895-39DB2A59C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2286000"/>
            <a:ext cx="1393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PR" sz="1600"/>
              <a:t>Query Parser</a:t>
            </a:r>
          </a:p>
        </p:txBody>
      </p:sp>
      <p:sp>
        <p:nvSpPr>
          <p:cNvPr id="18448" name="Text Box 21">
            <a:extLst>
              <a:ext uri="{FF2B5EF4-FFF2-40B4-BE49-F238E27FC236}">
                <a16:creationId xmlns:a16="http://schemas.microsoft.com/office/drawing/2014/main" id="{9148E319-DB68-324C-906D-E8783EC1A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828800"/>
            <a:ext cx="1085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PR" sz="1600"/>
              <a:t>Client API</a:t>
            </a:r>
          </a:p>
        </p:txBody>
      </p:sp>
      <p:sp>
        <p:nvSpPr>
          <p:cNvPr id="18449" name="Text Box 22">
            <a:extLst>
              <a:ext uri="{FF2B5EF4-FFF2-40B4-BE49-F238E27FC236}">
                <a16:creationId xmlns:a16="http://schemas.microsoft.com/office/drawing/2014/main" id="{24E8C5BE-4390-AE4A-B0B3-0D34AA64E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209800"/>
            <a:ext cx="96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PR"/>
              <a:t>Client</a:t>
            </a:r>
          </a:p>
        </p:txBody>
      </p:sp>
      <p:sp>
        <p:nvSpPr>
          <p:cNvPr id="18450" name="Text Box 23">
            <a:extLst>
              <a:ext uri="{FF2B5EF4-FFF2-40B4-BE49-F238E27FC236}">
                <a16:creationId xmlns:a16="http://schemas.microsoft.com/office/drawing/2014/main" id="{3360BC8A-21E0-E441-8F53-28F7051A6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1" y="5638801"/>
            <a:ext cx="538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PR" sz="2000"/>
              <a:t>DB</a:t>
            </a:r>
          </a:p>
        </p:txBody>
      </p:sp>
      <p:sp>
        <p:nvSpPr>
          <p:cNvPr id="18451" name="Text Box 24">
            <a:extLst>
              <a:ext uri="{FF2B5EF4-FFF2-40B4-BE49-F238E27FC236}">
                <a16:creationId xmlns:a16="http://schemas.microsoft.com/office/drawing/2014/main" id="{F3D796DE-5CFD-ED41-B7A5-2A044A588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200" y="3581401"/>
            <a:ext cx="15376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PR"/>
              <a:t>Execution</a:t>
            </a:r>
          </a:p>
          <a:p>
            <a:pPr algn="ctr" eaLnBrk="1" hangingPunct="1"/>
            <a:r>
              <a:rPr lang="en-US" altLang="en-PR"/>
              <a:t>Engine</a:t>
            </a:r>
          </a:p>
        </p:txBody>
      </p:sp>
      <p:sp>
        <p:nvSpPr>
          <p:cNvPr id="18452" name="Line 25">
            <a:extLst>
              <a:ext uri="{FF2B5EF4-FFF2-40B4-BE49-F238E27FC236}">
                <a16:creationId xmlns:a16="http://schemas.microsoft.com/office/drawing/2014/main" id="{7F3D6FB2-B7B5-9249-96D1-E594446CEA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33528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3" name="Line 26">
            <a:extLst>
              <a:ext uri="{FF2B5EF4-FFF2-40B4-BE49-F238E27FC236}">
                <a16:creationId xmlns:a16="http://schemas.microsoft.com/office/drawing/2014/main" id="{FE340A76-295B-A245-A4EB-A2CB93F90E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352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4" name="Line 27">
            <a:extLst>
              <a:ext uri="{FF2B5EF4-FFF2-40B4-BE49-F238E27FC236}">
                <a16:creationId xmlns:a16="http://schemas.microsoft.com/office/drawing/2014/main" id="{AF696DD7-B8A2-7443-91A4-3D339B259A4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4800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5" name="Line 28">
            <a:extLst>
              <a:ext uri="{FF2B5EF4-FFF2-40B4-BE49-F238E27FC236}">
                <a16:creationId xmlns:a16="http://schemas.microsoft.com/office/drawing/2014/main" id="{1F28B51C-4302-0F4A-9A24-0BF7B51602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419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6" name="Text Box 29">
            <a:extLst>
              <a:ext uri="{FF2B5EF4-FFF2-40B4-BE49-F238E27FC236}">
                <a16:creationId xmlns:a16="http://schemas.microsoft.com/office/drawing/2014/main" id="{47D147A2-285B-FF44-9EDA-1EE13985B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1488" y="3810001"/>
            <a:ext cx="1751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PR" sz="2000"/>
              <a:t>Concurrency</a:t>
            </a:r>
          </a:p>
          <a:p>
            <a:pPr algn="ctr" eaLnBrk="1" hangingPunct="1"/>
            <a:r>
              <a:rPr lang="en-US" altLang="en-PR" sz="2000"/>
              <a:t>and Recovery</a:t>
            </a:r>
          </a:p>
        </p:txBody>
      </p:sp>
      <p:sp>
        <p:nvSpPr>
          <p:cNvPr id="18457" name="Line 30">
            <a:extLst>
              <a:ext uri="{FF2B5EF4-FFF2-40B4-BE49-F238E27FC236}">
                <a16:creationId xmlns:a16="http://schemas.microsoft.com/office/drawing/2014/main" id="{462C9237-CCE5-1B4B-B9B8-3A1EAB8A8E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3733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8" name="Line 31">
            <a:extLst>
              <a:ext uri="{FF2B5EF4-FFF2-40B4-BE49-F238E27FC236}">
                <a16:creationId xmlns:a16="http://schemas.microsoft.com/office/drawing/2014/main" id="{A4394268-6DAC-4547-B515-4C702AB91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4800" y="4724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9" name="Line 32">
            <a:extLst>
              <a:ext uri="{FF2B5EF4-FFF2-40B4-BE49-F238E27FC236}">
                <a16:creationId xmlns:a16="http://schemas.microsoft.com/office/drawing/2014/main" id="{C94C8481-CD88-9744-B18A-6DB81AAE7D2D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37338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0" name="Line 33">
            <a:extLst>
              <a:ext uri="{FF2B5EF4-FFF2-40B4-BE49-F238E27FC236}">
                <a16:creationId xmlns:a16="http://schemas.microsoft.com/office/drawing/2014/main" id="{37623E83-D902-004B-B395-72EF853848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4572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1" name="Line 34">
            <a:extLst>
              <a:ext uri="{FF2B5EF4-FFF2-40B4-BE49-F238E27FC236}">
                <a16:creationId xmlns:a16="http://schemas.microsoft.com/office/drawing/2014/main" id="{7CA78031-2A85-0140-ADE0-D9E8709113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1800" y="1524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2" name="Line 35">
            <a:extLst>
              <a:ext uri="{FF2B5EF4-FFF2-40B4-BE49-F238E27FC236}">
                <a16:creationId xmlns:a16="http://schemas.microsoft.com/office/drawing/2014/main" id="{09F3117D-D9FB-BC49-A0BD-1B7700F016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15240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3" name="Line 36">
            <a:extLst>
              <a:ext uri="{FF2B5EF4-FFF2-40B4-BE49-F238E27FC236}">
                <a16:creationId xmlns:a16="http://schemas.microsoft.com/office/drawing/2014/main" id="{286CB850-56E0-8745-9941-3BD67A98B4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15240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DAF445-31F2-844F-9321-10471788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4F2DEA-475C-1A4E-9B4C-0C61AFE0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D6B10-6D65-BF4E-A44A-1FA77ABC9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9439AEDB-9C69-9845-89AB-CFD142B24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Tree-based Indexing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C517D8E7-EC52-FB45-9474-4F9D032DE4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PR" dirty="0"/>
              <a:t>Idea:</a:t>
            </a:r>
          </a:p>
          <a:p>
            <a:pPr lvl="1" eaLnBrk="1" hangingPunct="1"/>
            <a:r>
              <a:rPr lang="en-US" altLang="en-PR" dirty="0"/>
              <a:t>Tree-based Data structure is used to </a:t>
            </a:r>
            <a:r>
              <a:rPr lang="en-US" altLang="en-PR" b="1" dirty="0"/>
              <a:t>order</a:t>
            </a:r>
            <a:r>
              <a:rPr lang="en-US" altLang="en-PR" dirty="0"/>
              <a:t> data entries</a:t>
            </a:r>
          </a:p>
          <a:p>
            <a:pPr lvl="1" eaLnBrk="1" hangingPunct="1"/>
            <a:r>
              <a:rPr lang="en-US" altLang="en-PR" dirty="0"/>
              <a:t>Index entries</a:t>
            </a:r>
          </a:p>
          <a:p>
            <a:pPr lvl="2" eaLnBrk="1" hangingPunct="1"/>
            <a:r>
              <a:rPr lang="en-US" altLang="en-PR" dirty="0"/>
              <a:t>Root and internal nodes (pages) in the tree</a:t>
            </a:r>
          </a:p>
          <a:p>
            <a:pPr lvl="2" eaLnBrk="1" hangingPunct="1"/>
            <a:r>
              <a:rPr lang="en-US" altLang="en-PR" dirty="0"/>
              <a:t>Guide “traffic” around to help locate records </a:t>
            </a:r>
          </a:p>
          <a:p>
            <a:pPr lvl="1" eaLnBrk="1" hangingPunct="1"/>
            <a:r>
              <a:rPr lang="en-US" altLang="en-PR" dirty="0"/>
              <a:t>Data entries </a:t>
            </a:r>
          </a:p>
          <a:p>
            <a:pPr lvl="2" eaLnBrk="1" hangingPunct="1"/>
            <a:r>
              <a:rPr lang="en-US" altLang="en-PR" dirty="0"/>
              <a:t>Leave nodes (pages) in the tree</a:t>
            </a:r>
          </a:p>
          <a:p>
            <a:pPr lvl="2" eaLnBrk="1" hangingPunct="1"/>
            <a:r>
              <a:rPr lang="en-US" altLang="en-PR" dirty="0"/>
              <a:t>Contain either </a:t>
            </a:r>
          </a:p>
          <a:p>
            <a:pPr lvl="3" eaLnBrk="1" hangingPunct="1"/>
            <a:r>
              <a:rPr lang="en-US" altLang="en-PR" sz="1800" dirty="0"/>
              <a:t>actual data</a:t>
            </a:r>
          </a:p>
          <a:p>
            <a:pPr lvl="3" eaLnBrk="1" hangingPunct="1"/>
            <a:r>
              <a:rPr lang="en-US" altLang="en-PR" sz="1800" dirty="0"/>
              <a:t>pairs of search key and rid</a:t>
            </a:r>
          </a:p>
          <a:p>
            <a:pPr lvl="3" eaLnBrk="1" hangingPunct="1"/>
            <a:r>
              <a:rPr lang="en-US" altLang="en-PR" sz="1800" dirty="0"/>
              <a:t>pairs of search key and rid-list</a:t>
            </a:r>
          </a:p>
          <a:p>
            <a:pPr lvl="1" eaLnBrk="1" hangingPunct="1"/>
            <a:r>
              <a:rPr lang="en-US" altLang="en-PR" sz="2400" dirty="0"/>
              <a:t>Good for equality and range queries </a:t>
            </a:r>
          </a:p>
          <a:p>
            <a:pPr lvl="3" eaLnBrk="1" hangingPunct="1"/>
            <a:endParaRPr lang="en-US" altLang="en-PR" sz="1800" dirty="0"/>
          </a:p>
        </p:txBody>
      </p:sp>
      <p:sp>
        <p:nvSpPr>
          <p:cNvPr id="7169" name="Date Placeholder 3">
            <a:extLst>
              <a:ext uri="{FF2B5EF4-FFF2-40B4-BE49-F238E27FC236}">
                <a16:creationId xmlns:a16="http://schemas.microsoft.com/office/drawing/2014/main" id="{DD0A7746-F8C6-8D4E-98EA-9BF12EC3D6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 dirty="0"/>
              <a:t>Database Systems Engineering</a:t>
            </a:r>
          </a:p>
        </p:txBody>
      </p:sp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A267E191-FBE2-8D41-81F4-6ED39351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38AEC751-36F0-8944-BBE0-89D2230B3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1545F2-68BF-D54E-9A2E-3177544437B9}" type="slidenum">
              <a:rPr lang="en-US" altLang="en-PR" sz="1400">
                <a:latin typeface="Times New Roman" panose="02020603050405020304" pitchFamily="18" charset="0"/>
              </a:rPr>
              <a:pPr/>
              <a:t>4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Date Placeholder 3">
            <a:extLst>
              <a:ext uri="{FF2B5EF4-FFF2-40B4-BE49-F238E27FC236}">
                <a16:creationId xmlns:a16="http://schemas.microsoft.com/office/drawing/2014/main" id="{3CAD6960-2BDD-7E43-B530-9511424BFFC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9218" name="Footer Placeholder 4">
            <a:extLst>
              <a:ext uri="{FF2B5EF4-FFF2-40B4-BE49-F238E27FC236}">
                <a16:creationId xmlns:a16="http://schemas.microsoft.com/office/drawing/2014/main" id="{5F203775-5151-2947-AFA0-A3769BD8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C68B45E8-5A0C-224C-B399-5DA2E58F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026DBC-128A-184E-AFA9-8780D2D4570C}" type="slidenum">
              <a:rPr lang="en-US" altLang="en-PR" sz="1400">
                <a:latin typeface="Times New Roman" panose="02020603050405020304" pitchFamily="18" charset="0"/>
              </a:rPr>
              <a:pPr/>
              <a:t>5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59074" name="Rectangle 2">
            <a:extLst>
              <a:ext uri="{FF2B5EF4-FFF2-40B4-BE49-F238E27FC236}">
                <a16:creationId xmlns:a16="http://schemas.microsoft.com/office/drawing/2014/main" id="{69BEC49A-C388-344E-9E9C-EBA4D8ABF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 dirty="0"/>
              <a:t>Range queries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591439BE-0B7F-644A-A0AA-73569E641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/>
            <a:r>
              <a:rPr lang="en-US" altLang="en-PR" dirty="0"/>
              <a:t>Queries that retrieve group of records that lie inside a range of values</a:t>
            </a:r>
          </a:p>
          <a:p>
            <a:pPr eaLnBrk="1" hangingPunct="1"/>
            <a:r>
              <a:rPr lang="en-US" altLang="en-PR" dirty="0"/>
              <a:t>Examples:</a:t>
            </a:r>
          </a:p>
          <a:p>
            <a:pPr lvl="1" eaLnBrk="1" hangingPunct="1"/>
            <a:r>
              <a:rPr lang="en-US" altLang="en-PR" dirty="0"/>
              <a:t>Find the name of all students with a </a:t>
            </a:r>
            <a:r>
              <a:rPr lang="en-US" altLang="en-PR" dirty="0" err="1"/>
              <a:t>gpa</a:t>
            </a:r>
            <a:r>
              <a:rPr lang="en-US" altLang="en-PR" dirty="0"/>
              <a:t> between 3.40 and 3.80</a:t>
            </a:r>
          </a:p>
          <a:p>
            <a:pPr lvl="1" eaLnBrk="1" hangingPunct="1"/>
            <a:r>
              <a:rPr lang="en-US" altLang="en-PR" dirty="0"/>
              <a:t>Find all the items with a prices greater than $50.</a:t>
            </a:r>
          </a:p>
          <a:p>
            <a:pPr lvl="1" eaLnBrk="1" hangingPunct="1"/>
            <a:r>
              <a:rPr lang="en-US" altLang="en-PR" dirty="0"/>
              <a:t>Find all the parts with an average stock amount less than 30.</a:t>
            </a:r>
          </a:p>
          <a:p>
            <a:pPr lvl="1" eaLnBrk="1" hangingPunct="1"/>
            <a:r>
              <a:rPr lang="en-US" altLang="en-PR" dirty="0"/>
              <a:t>Find all the galaxies that are within 10 light year from galaxy NC-1493.</a:t>
            </a:r>
          </a:p>
          <a:p>
            <a:pPr lvl="1" eaLnBrk="1" hangingPunct="1"/>
            <a:r>
              <a:rPr lang="en-US" altLang="en-PR" dirty="0"/>
              <a:t>Find all the images for regions that overlap the area of Puerto Rico.</a:t>
            </a:r>
          </a:p>
          <a:p>
            <a:pPr eaLnBrk="1" hangingPunct="1"/>
            <a:r>
              <a:rPr lang="en-US" altLang="en-PR" dirty="0"/>
              <a:t>Note: Trees are also good for equality.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C281-3819-014A-9677-5C600A2D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Equality and Range Queries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1A0E7D-318B-C34E-B463-5E0EC76D1D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Equality queries: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Select </a:t>
            </a:r>
            <a:r>
              <a:rPr lang="en-US" dirty="0" err="1"/>
              <a:t>pid</a:t>
            </a:r>
            <a:r>
              <a:rPr lang="en-US" dirty="0"/>
              <a:t>, </a:t>
            </a:r>
            <a:r>
              <a:rPr lang="en-US" dirty="0" err="1"/>
              <a:t>pname</a:t>
            </a:r>
            <a:r>
              <a:rPr lang="en-US" dirty="0"/>
              <a:t>, price</a:t>
            </a:r>
          </a:p>
          <a:p>
            <a:pPr marL="457200" lvl="1" indent="0">
              <a:buNone/>
            </a:pPr>
            <a:r>
              <a:rPr lang="en-US" dirty="0"/>
              <a:t>From parts</a:t>
            </a:r>
          </a:p>
          <a:p>
            <a:pPr marL="457200" lvl="1" indent="0">
              <a:buNone/>
            </a:pPr>
            <a:r>
              <a:rPr lang="en-US" dirty="0"/>
              <a:t>Where </a:t>
            </a:r>
            <a:r>
              <a:rPr lang="en-US" dirty="0" err="1"/>
              <a:t>pmaterial</a:t>
            </a:r>
            <a:r>
              <a:rPr lang="en-US" dirty="0"/>
              <a:t> = ‘steel’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Select *</a:t>
            </a:r>
          </a:p>
          <a:p>
            <a:pPr marL="457200" lvl="1" indent="0">
              <a:buNone/>
            </a:pPr>
            <a:r>
              <a:rPr lang="en-US" dirty="0"/>
              <a:t>From parts natural inner join supplies natural inner join supplier</a:t>
            </a:r>
          </a:p>
          <a:p>
            <a:pPr marL="457200" lvl="1" indent="0">
              <a:buNone/>
            </a:pPr>
            <a:r>
              <a:rPr lang="en-US" dirty="0"/>
              <a:t>Where </a:t>
            </a:r>
            <a:r>
              <a:rPr lang="en-US" dirty="0" err="1"/>
              <a:t>pid</a:t>
            </a:r>
            <a:r>
              <a:rPr lang="en-US" dirty="0"/>
              <a:t> = 123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D92CFB-C361-1240-A60E-9A6D26E21D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Range queries: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Select </a:t>
            </a:r>
            <a:r>
              <a:rPr lang="en-US" dirty="0" err="1"/>
              <a:t>pid</a:t>
            </a:r>
            <a:r>
              <a:rPr lang="en-US" dirty="0"/>
              <a:t>, </a:t>
            </a:r>
            <a:r>
              <a:rPr lang="en-US" dirty="0" err="1"/>
              <a:t>pname</a:t>
            </a:r>
            <a:r>
              <a:rPr lang="en-US" dirty="0"/>
              <a:t>, price</a:t>
            </a:r>
          </a:p>
          <a:p>
            <a:pPr marL="457200" lvl="1" indent="0">
              <a:buNone/>
            </a:pPr>
            <a:r>
              <a:rPr lang="en-US" dirty="0"/>
              <a:t>From parts </a:t>
            </a:r>
          </a:p>
          <a:p>
            <a:pPr marL="457200" lvl="1" indent="0">
              <a:buNone/>
            </a:pPr>
            <a:r>
              <a:rPr lang="en-US" dirty="0"/>
              <a:t>Where price between 5 and 10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Select *</a:t>
            </a:r>
          </a:p>
          <a:p>
            <a:pPr marL="457200" lvl="1" indent="0">
              <a:buNone/>
            </a:pPr>
            <a:r>
              <a:rPr lang="en-US" dirty="0"/>
              <a:t>From parts natural inner join </a:t>
            </a:r>
            <a:r>
              <a:rPr lang="en-US" dirty="0" err="1"/>
              <a:t>partsales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Where </a:t>
            </a:r>
            <a:r>
              <a:rPr lang="en-US" dirty="0" err="1"/>
              <a:t>saledate</a:t>
            </a:r>
            <a:r>
              <a:rPr lang="en-US" dirty="0"/>
              <a:t> &gt;= ‘01/01/2022’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21E4E-5C25-114C-9EDD-67DC05212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E1485-AB21-0A49-A006-5E3DD419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322AD-43FC-D24C-BDF4-7F3EF81D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4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BCEAAD5-26AA-F347-B0D3-A9542C139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Spatial queries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70797-0448-2B49-A87F-CF1444AA9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C2F3A-C8EE-904A-93C1-C03CF3CD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40F7F-480A-094F-B0A0-13ACB1AD9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61D63E-EB53-314D-9D74-5C97653F4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923" y="2747217"/>
            <a:ext cx="4318000" cy="25019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07CFD0C-F418-1C46-9107-2E1AE8B567FF}"/>
              </a:ext>
            </a:extLst>
          </p:cNvPr>
          <p:cNvSpPr/>
          <p:nvPr/>
        </p:nvSpPr>
        <p:spPr>
          <a:xfrm>
            <a:off x="4809782" y="3464767"/>
            <a:ext cx="584201" cy="533400"/>
          </a:xfrm>
          <a:prstGeom prst="rect">
            <a:avLst/>
          </a:prstGeom>
          <a:noFill/>
          <a:ln w="19050">
            <a:solidFill>
              <a:schemeClr val="bg1">
                <a:alpha val="7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9F8BF0-9783-C444-AE98-D4898023B981}"/>
              </a:ext>
            </a:extLst>
          </p:cNvPr>
          <p:cNvSpPr/>
          <p:nvPr/>
        </p:nvSpPr>
        <p:spPr>
          <a:xfrm>
            <a:off x="3141132" y="4174067"/>
            <a:ext cx="541867" cy="524934"/>
          </a:xfrm>
          <a:prstGeom prst="rect">
            <a:avLst/>
          </a:prstGeom>
          <a:noFill/>
          <a:ln w="19050">
            <a:solidFill>
              <a:schemeClr val="bg1">
                <a:alpha val="7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8E4E8A-5B19-FC4A-853D-A36F60F774B6}"/>
              </a:ext>
            </a:extLst>
          </p:cNvPr>
          <p:cNvSpPr/>
          <p:nvPr/>
        </p:nvSpPr>
        <p:spPr>
          <a:xfrm>
            <a:off x="5224360" y="4428067"/>
            <a:ext cx="339247" cy="372628"/>
          </a:xfrm>
          <a:prstGeom prst="rect">
            <a:avLst/>
          </a:prstGeom>
          <a:noFill/>
          <a:ln w="19050">
            <a:solidFill>
              <a:schemeClr val="bg1">
                <a:alpha val="7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8394C2-ABDA-8449-B448-5736E9F4EA7F}"/>
              </a:ext>
            </a:extLst>
          </p:cNvPr>
          <p:cNvSpPr txBox="1"/>
          <p:nvPr/>
        </p:nvSpPr>
        <p:spPr>
          <a:xfrm>
            <a:off x="634999" y="17720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en-PR" dirty="0"/>
              <a:t>Find all the galaxies that are within 10 light years from a red giant.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8CAF77-C395-3C45-8504-63D0D053FD07}"/>
              </a:ext>
            </a:extLst>
          </p:cNvPr>
          <p:cNvSpPr txBox="1"/>
          <p:nvPr/>
        </p:nvSpPr>
        <p:spPr>
          <a:xfrm>
            <a:off x="6553199" y="162945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en-PR" dirty="0"/>
              <a:t>Find all houses that are within 1 KM of </a:t>
            </a:r>
          </a:p>
          <a:p>
            <a:pPr lvl="1" eaLnBrk="1" hangingPunct="1"/>
            <a:r>
              <a:rPr lang="en-US" altLang="en-PR" dirty="0" err="1"/>
              <a:t>Coliseo</a:t>
            </a:r>
            <a:r>
              <a:rPr lang="en-US" altLang="en-PR" dirty="0"/>
              <a:t> </a:t>
            </a:r>
            <a:r>
              <a:rPr lang="en-US" altLang="en-PR" dirty="0" err="1"/>
              <a:t>Mangual</a:t>
            </a:r>
            <a:endParaRPr lang="en-US" altLang="en-PR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84B131-D05C-BA46-AAE2-253C6004E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549" y="2649573"/>
            <a:ext cx="3474394" cy="297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48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Date Placeholder 2">
            <a:extLst>
              <a:ext uri="{FF2B5EF4-FFF2-40B4-BE49-F238E27FC236}">
                <a16:creationId xmlns:a16="http://schemas.microsoft.com/office/drawing/2014/main" id="{412387FE-7394-0B4F-A8D0-DA992D3013E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11266" name="Footer Placeholder 3">
            <a:extLst>
              <a:ext uri="{FF2B5EF4-FFF2-40B4-BE49-F238E27FC236}">
                <a16:creationId xmlns:a16="http://schemas.microsoft.com/office/drawing/2014/main" id="{23F0384D-92A2-D248-873E-314D5B5B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11267" name="Slide Number Placeholder 4">
            <a:extLst>
              <a:ext uri="{FF2B5EF4-FFF2-40B4-BE49-F238E27FC236}">
                <a16:creationId xmlns:a16="http://schemas.microsoft.com/office/drawing/2014/main" id="{1996B06A-68F5-CE4B-ABFA-AA9411A6C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4B6C29-C00C-3B43-9EF5-507A8E6F3F30}" type="slidenum">
              <a:rPr lang="en-US" altLang="en-PR" sz="1400">
                <a:latin typeface="Times New Roman" panose="02020603050405020304" pitchFamily="18" charset="0"/>
              </a:rPr>
              <a:pPr/>
              <a:t>8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51906" name="Rectangle 2">
            <a:extLst>
              <a:ext uri="{FF2B5EF4-FFF2-40B4-BE49-F238E27FC236}">
                <a16:creationId xmlns:a16="http://schemas.microsoft.com/office/drawing/2014/main" id="{5E4F8CD2-CBCB-5246-81F1-8F11E075D6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Tree index structure</a:t>
            </a:r>
          </a:p>
        </p:txBody>
      </p:sp>
      <p:sp>
        <p:nvSpPr>
          <p:cNvPr id="11269" name="AutoShape 4">
            <a:extLst>
              <a:ext uri="{FF2B5EF4-FFF2-40B4-BE49-F238E27FC236}">
                <a16:creationId xmlns:a16="http://schemas.microsoft.com/office/drawing/2014/main" id="{92485499-F2F5-134E-994E-F95A8901A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752600"/>
            <a:ext cx="4038600" cy="18288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988F55A9-97AC-234E-A140-7E4AA9B08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191000"/>
            <a:ext cx="91440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1271" name="Rectangle 6">
            <a:extLst>
              <a:ext uri="{FF2B5EF4-FFF2-40B4-BE49-F238E27FC236}">
                <a16:creationId xmlns:a16="http://schemas.microsoft.com/office/drawing/2014/main" id="{5E778DB4-4106-C24A-BBB9-2C302FBD6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191000"/>
            <a:ext cx="91440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1272" name="Rectangle 7">
            <a:extLst>
              <a:ext uri="{FF2B5EF4-FFF2-40B4-BE49-F238E27FC236}">
                <a16:creationId xmlns:a16="http://schemas.microsoft.com/office/drawing/2014/main" id="{B2FB9390-33B7-5D4C-8064-5E5DFA50C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191000"/>
            <a:ext cx="91440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1273" name="Rectangle 8">
            <a:extLst>
              <a:ext uri="{FF2B5EF4-FFF2-40B4-BE49-F238E27FC236}">
                <a16:creationId xmlns:a16="http://schemas.microsoft.com/office/drawing/2014/main" id="{EC1386FD-5A5D-574F-A1AC-63DAC1081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191000"/>
            <a:ext cx="914400" cy="6858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1274" name="Line 9">
            <a:extLst>
              <a:ext uri="{FF2B5EF4-FFF2-40B4-BE49-F238E27FC236}">
                <a16:creationId xmlns:a16="http://schemas.microsoft.com/office/drawing/2014/main" id="{D718804D-7E86-B346-9206-A9A237F229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3581400"/>
            <a:ext cx="1066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10">
            <a:extLst>
              <a:ext uri="{FF2B5EF4-FFF2-40B4-BE49-F238E27FC236}">
                <a16:creationId xmlns:a16="http://schemas.microsoft.com/office/drawing/2014/main" id="{A917459A-01EA-5140-B12A-EDD4F6D697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3581400"/>
            <a:ext cx="304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Line 11">
            <a:extLst>
              <a:ext uri="{FF2B5EF4-FFF2-40B4-BE49-F238E27FC236}">
                <a16:creationId xmlns:a16="http://schemas.microsoft.com/office/drawing/2014/main" id="{3D0C9335-5E60-3D4F-A383-A14E14FB74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05600" y="35814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12">
            <a:extLst>
              <a:ext uri="{FF2B5EF4-FFF2-40B4-BE49-F238E27FC236}">
                <a16:creationId xmlns:a16="http://schemas.microsoft.com/office/drawing/2014/main" id="{EB7ECE92-CB3D-574F-B774-4D43569D7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581400"/>
            <a:ext cx="685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Text Box 13">
            <a:extLst>
              <a:ext uri="{FF2B5EF4-FFF2-40B4-BE49-F238E27FC236}">
                <a16:creationId xmlns:a16="http://schemas.microsoft.com/office/drawing/2014/main" id="{CA357038-80B1-2D4D-8EF0-3308516BB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057400"/>
            <a:ext cx="19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Index entries</a:t>
            </a:r>
          </a:p>
        </p:txBody>
      </p:sp>
      <p:sp>
        <p:nvSpPr>
          <p:cNvPr id="11279" name="AutoShape 14">
            <a:extLst>
              <a:ext uri="{FF2B5EF4-FFF2-40B4-BE49-F238E27FC236}">
                <a16:creationId xmlns:a16="http://schemas.microsoft.com/office/drawing/2014/main" id="{CFE4E75E-042C-8F44-840C-D2DE8B9D3C89}"/>
              </a:ext>
            </a:extLst>
          </p:cNvPr>
          <p:cNvSpPr>
            <a:spLocks/>
          </p:cNvSpPr>
          <p:nvPr/>
        </p:nvSpPr>
        <p:spPr bwMode="auto">
          <a:xfrm>
            <a:off x="8991600" y="1676400"/>
            <a:ext cx="381000" cy="3200400"/>
          </a:xfrm>
          <a:prstGeom prst="rightBracket">
            <a:avLst>
              <a:gd name="adj" fmla="val 7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1280" name="Text Box 15">
            <a:extLst>
              <a:ext uri="{FF2B5EF4-FFF2-40B4-BE49-F238E27FC236}">
                <a16:creationId xmlns:a16="http://schemas.microsoft.com/office/drawing/2014/main" id="{9369EAF9-E040-2643-A021-D1DCBAD4E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1" y="2743201"/>
            <a:ext cx="98777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b="1"/>
              <a:t>Index</a:t>
            </a:r>
          </a:p>
          <a:p>
            <a:pPr eaLnBrk="1" hangingPunct="1"/>
            <a:r>
              <a:rPr lang="en-US" altLang="en-PR" b="1"/>
              <a:t>File</a:t>
            </a:r>
          </a:p>
        </p:txBody>
      </p:sp>
      <p:sp>
        <p:nvSpPr>
          <p:cNvPr id="11281" name="Text Box 16">
            <a:extLst>
              <a:ext uri="{FF2B5EF4-FFF2-40B4-BE49-F238E27FC236}">
                <a16:creationId xmlns:a16="http://schemas.microsoft.com/office/drawing/2014/main" id="{9D6BE77A-88DC-534D-A5B1-0D99233CC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562601"/>
            <a:ext cx="512445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b="1"/>
              <a:t>Records are stored at data entries</a:t>
            </a:r>
          </a:p>
        </p:txBody>
      </p:sp>
      <p:sp>
        <p:nvSpPr>
          <p:cNvPr id="11282" name="Line 17">
            <a:extLst>
              <a:ext uri="{FF2B5EF4-FFF2-40B4-BE49-F238E27FC236}">
                <a16:creationId xmlns:a16="http://schemas.microsoft.com/office/drawing/2014/main" id="{14982695-5925-124B-AF04-50FFF3199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5720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3" name="Line 18">
            <a:extLst>
              <a:ext uri="{FF2B5EF4-FFF2-40B4-BE49-F238E27FC236}">
                <a16:creationId xmlns:a16="http://schemas.microsoft.com/office/drawing/2014/main" id="{388CDE54-A106-634E-99A0-2B3456146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5720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4" name="Line 19">
            <a:extLst>
              <a:ext uri="{FF2B5EF4-FFF2-40B4-BE49-F238E27FC236}">
                <a16:creationId xmlns:a16="http://schemas.microsoft.com/office/drawing/2014/main" id="{EF223397-3326-BF4C-9CCC-5C075D38FE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91400" y="4495800"/>
            <a:ext cx="533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5" name="AutoShape 20">
            <a:extLst>
              <a:ext uri="{FF2B5EF4-FFF2-40B4-BE49-F238E27FC236}">
                <a16:creationId xmlns:a16="http://schemas.microsoft.com/office/drawing/2014/main" id="{16CF7D3B-ADD1-9F45-BAB8-0158246BC627}"/>
              </a:ext>
            </a:extLst>
          </p:cNvPr>
          <p:cNvSpPr>
            <a:spLocks/>
          </p:cNvSpPr>
          <p:nvPr/>
        </p:nvSpPr>
        <p:spPr bwMode="auto">
          <a:xfrm>
            <a:off x="3810000" y="1676400"/>
            <a:ext cx="304800" cy="1828800"/>
          </a:xfrm>
          <a:prstGeom prst="leftBracket">
            <a:avLst>
              <a:gd name="adj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1286" name="AutoShape 21">
            <a:extLst>
              <a:ext uri="{FF2B5EF4-FFF2-40B4-BE49-F238E27FC236}">
                <a16:creationId xmlns:a16="http://schemas.microsoft.com/office/drawing/2014/main" id="{E8DF1329-3AE6-804B-825F-AF78CF935ACA}"/>
              </a:ext>
            </a:extLst>
          </p:cNvPr>
          <p:cNvSpPr>
            <a:spLocks/>
          </p:cNvSpPr>
          <p:nvPr/>
        </p:nvSpPr>
        <p:spPr bwMode="auto">
          <a:xfrm>
            <a:off x="2667000" y="4114800"/>
            <a:ext cx="381000" cy="914400"/>
          </a:xfrm>
          <a:prstGeom prst="leftBracket">
            <a:avLst>
              <a:gd name="adj" fmla="val 2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Date Placeholder 3">
            <a:extLst>
              <a:ext uri="{FF2B5EF4-FFF2-40B4-BE49-F238E27FC236}">
                <a16:creationId xmlns:a16="http://schemas.microsoft.com/office/drawing/2014/main" id="{6E96C7AC-9D2C-B842-8370-54481F8BE5E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13314" name="Footer Placeholder 4">
            <a:extLst>
              <a:ext uri="{FF2B5EF4-FFF2-40B4-BE49-F238E27FC236}">
                <a16:creationId xmlns:a16="http://schemas.microsoft.com/office/drawing/2014/main" id="{6B64F46C-F47A-E245-8B23-4201473D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BBB23E9F-2865-A948-9ABA-E0BD39FB5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D16C5E-1308-E546-9843-DAEE2E0A8ED5}" type="slidenum">
              <a:rPr lang="en-US" altLang="en-PR" sz="1400">
                <a:latin typeface="Times New Roman" panose="02020603050405020304" pitchFamily="18" charset="0"/>
              </a:rPr>
              <a:pPr/>
              <a:t>9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53954" name="Rectangle 2">
            <a:extLst>
              <a:ext uri="{FF2B5EF4-FFF2-40B4-BE49-F238E27FC236}">
                <a16:creationId xmlns:a16="http://schemas.microsoft.com/office/drawing/2014/main" id="{AF22887B-CBAA-6C4B-919A-164E974D02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Three major styles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261B59BF-7DBD-3245-955B-CD6C28DE1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PR" dirty="0"/>
              <a:t>ISAM </a:t>
            </a:r>
          </a:p>
          <a:p>
            <a:pPr lvl="1" eaLnBrk="1" hangingPunct="1"/>
            <a:r>
              <a:rPr lang="en-US" altLang="en-PR" dirty="0"/>
              <a:t>Static tree index</a:t>
            </a:r>
          </a:p>
          <a:p>
            <a:pPr lvl="1" eaLnBrk="1" hangingPunct="1"/>
            <a:r>
              <a:rPr lang="en-US" altLang="en-PR" dirty="0"/>
              <a:t>Good for alphanumeric data sets</a:t>
            </a:r>
          </a:p>
          <a:p>
            <a:pPr eaLnBrk="1" hangingPunct="1"/>
            <a:r>
              <a:rPr lang="en-US" altLang="en-PR" dirty="0"/>
              <a:t>B+-tree </a:t>
            </a:r>
          </a:p>
          <a:p>
            <a:pPr lvl="1" eaLnBrk="1" hangingPunct="1"/>
            <a:r>
              <a:rPr lang="en-US" altLang="en-PR" dirty="0"/>
              <a:t>Dynamic tree index</a:t>
            </a:r>
          </a:p>
          <a:p>
            <a:pPr lvl="1" eaLnBrk="1" hangingPunct="1"/>
            <a:r>
              <a:rPr lang="en-US" altLang="en-PR" dirty="0"/>
              <a:t>Good for alphanumeric data sets</a:t>
            </a:r>
          </a:p>
          <a:p>
            <a:pPr eaLnBrk="1" hangingPunct="1"/>
            <a:r>
              <a:rPr lang="en-US" altLang="en-PR" dirty="0"/>
              <a:t>R-tree</a:t>
            </a:r>
          </a:p>
          <a:p>
            <a:pPr lvl="1" eaLnBrk="1" hangingPunct="1"/>
            <a:r>
              <a:rPr lang="en-US" altLang="en-PR" dirty="0"/>
              <a:t>Dynamic tree index</a:t>
            </a:r>
          </a:p>
          <a:p>
            <a:pPr lvl="1" eaLnBrk="1" hangingPunct="1"/>
            <a:r>
              <a:rPr lang="en-US" altLang="en-PR" dirty="0"/>
              <a:t>Good for spatial data sets</a:t>
            </a:r>
          </a:p>
          <a:p>
            <a:pPr lvl="2" eaLnBrk="1" hangingPunct="1"/>
            <a:r>
              <a:rPr lang="en-US" altLang="en-PR" dirty="0"/>
              <a:t>Polygons, maps, galaxies</a:t>
            </a:r>
          </a:p>
          <a:p>
            <a:pPr lvl="2" eaLnBrk="1" hangingPunct="1"/>
            <a:r>
              <a:rPr lang="en-US" altLang="en-PR" dirty="0"/>
              <a:t>Dimensions in a data warehouse</a:t>
            </a:r>
          </a:p>
          <a:p>
            <a:pPr lvl="3" eaLnBrk="1" hangingPunct="1"/>
            <a:r>
              <a:rPr lang="en-US" altLang="en-PR" sz="1800" dirty="0"/>
              <a:t>Parts, sales, date,</a:t>
            </a:r>
            <a:r>
              <a:rPr lang="en-US" altLang="en-PR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Date Placeholder 3">
            <a:extLst>
              <a:ext uri="{FF2B5EF4-FFF2-40B4-BE49-F238E27FC236}">
                <a16:creationId xmlns:a16="http://schemas.microsoft.com/office/drawing/2014/main" id="{3A61E3FB-D1CB-114E-B3EA-E0E68C8209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15362" name="Footer Placeholder 4">
            <a:extLst>
              <a:ext uri="{FF2B5EF4-FFF2-40B4-BE49-F238E27FC236}">
                <a16:creationId xmlns:a16="http://schemas.microsoft.com/office/drawing/2014/main" id="{B452773A-9549-EB4C-83F5-357D0BC1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F5B5D84A-AE59-8B42-9400-DA2D8F63A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020463-61B6-6549-AB28-607504CDBD42}" type="slidenum">
              <a:rPr lang="en-US" altLang="en-PR" sz="1400">
                <a:latin typeface="Times New Roman" panose="02020603050405020304" pitchFamily="18" charset="0"/>
              </a:rPr>
              <a:pPr/>
              <a:t>10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54978" name="Rectangle 2">
            <a:extLst>
              <a:ext uri="{FF2B5EF4-FFF2-40B4-BE49-F238E27FC236}">
                <a16:creationId xmlns:a16="http://schemas.microsoft.com/office/drawing/2014/main" id="{66187974-FED2-9744-97A9-E2A4E69BE2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General form for index pages</a:t>
            </a: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F259B621-383A-C54E-BF53-AB19DBB92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10515600" cy="3090324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PR" dirty="0"/>
              <a:t>Index pages have</a:t>
            </a:r>
          </a:p>
          <a:p>
            <a:pPr lvl="1" eaLnBrk="1" hangingPunct="1"/>
            <a:r>
              <a:rPr lang="en-US" altLang="en-PR" dirty="0"/>
              <a:t>Key values – number, strings, rectangles (R-tree)</a:t>
            </a:r>
          </a:p>
          <a:p>
            <a:pPr lvl="1" eaLnBrk="1" hangingPunct="1"/>
            <a:r>
              <a:rPr lang="en-US" altLang="en-PR" dirty="0"/>
              <a:t>“Pointers” (i.e., page ids) to child nodes (pages)</a:t>
            </a:r>
          </a:p>
          <a:p>
            <a:pPr lvl="1" eaLnBrk="1" hangingPunct="1"/>
            <a:r>
              <a:rPr lang="en-US" altLang="en-PR" dirty="0"/>
              <a:t>P0 leads to values less than K1</a:t>
            </a:r>
          </a:p>
          <a:p>
            <a:pPr lvl="1" eaLnBrk="1" hangingPunct="1"/>
            <a:r>
              <a:rPr lang="en-US" altLang="en-PR" dirty="0"/>
              <a:t>Pm leads to values greater or equal than Km</a:t>
            </a:r>
          </a:p>
          <a:p>
            <a:pPr lvl="1" eaLnBrk="1" hangingPunct="1"/>
            <a:r>
              <a:rPr lang="en-US" altLang="en-PR" dirty="0"/>
              <a:t>For any other case, Pi points to values greater or equal than Ki, and values less than K </a:t>
            </a:r>
            <a:r>
              <a:rPr lang="en-US" altLang="en-PR" sz="3200" baseline="-25000" dirty="0"/>
              <a:t>i+1</a:t>
            </a:r>
          </a:p>
          <a:p>
            <a:pPr lvl="1" eaLnBrk="1" hangingPunct="1"/>
            <a:r>
              <a:rPr lang="en-US" altLang="en-PR" dirty="0"/>
              <a:t>For R-tree is all about overlapping regions …</a:t>
            </a:r>
          </a:p>
        </p:txBody>
      </p:sp>
      <p:graphicFrame>
        <p:nvGraphicFramePr>
          <p:cNvPr id="255002" name="Group 26">
            <a:extLst>
              <a:ext uri="{FF2B5EF4-FFF2-40B4-BE49-F238E27FC236}">
                <a16:creationId xmlns:a16="http://schemas.microsoft.com/office/drawing/2014/main" id="{09662009-F5E1-A544-BC49-37774BE11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870022"/>
              </p:ext>
            </p:extLst>
          </p:nvPr>
        </p:nvGraphicFramePr>
        <p:xfrm>
          <a:off x="2895600" y="5095875"/>
          <a:ext cx="6400800" cy="889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89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Date Placeholder 3">
            <a:extLst>
              <a:ext uri="{FF2B5EF4-FFF2-40B4-BE49-F238E27FC236}">
                <a16:creationId xmlns:a16="http://schemas.microsoft.com/office/drawing/2014/main" id="{AE097C63-EA99-C949-A6B2-F7F23D5EF3E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AE2B55F8-F79C-4948-A09C-998240AE5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8C9B3F88-07DA-C246-8BAD-8CB8602D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A8AF07-9CAB-884A-B09B-4CB93B7B5D4A}" type="slidenum">
              <a:rPr lang="en-US" altLang="en-PR" sz="1400">
                <a:latin typeface="Times New Roman" panose="02020603050405020304" pitchFamily="18" charset="0"/>
              </a:rPr>
              <a:pPr/>
              <a:t>11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58050" name="Rectangle 2">
            <a:extLst>
              <a:ext uri="{FF2B5EF4-FFF2-40B4-BE49-F238E27FC236}">
                <a16:creationId xmlns:a16="http://schemas.microsoft.com/office/drawing/2014/main" id="{C6933E73-CAC8-1848-A2F4-E360592E15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Some issues to keep in mind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306BB46D-AA8E-C24E-8737-304DBC9190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90689"/>
            <a:ext cx="10515600" cy="1778000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PR" dirty="0"/>
              <a:t>Index entries are contained in pages</a:t>
            </a:r>
          </a:p>
          <a:p>
            <a:pPr eaLnBrk="1" hangingPunct="1"/>
            <a:r>
              <a:rPr lang="en-US" altLang="en-PR" dirty="0"/>
              <a:t>Data entries are contained in pages</a:t>
            </a:r>
          </a:p>
          <a:p>
            <a:pPr eaLnBrk="1" hangingPunct="1"/>
            <a:r>
              <a:rPr lang="en-US" altLang="en-PR" dirty="0"/>
              <a:t>We expect the root of the tree to stay around in the buffer pool</a:t>
            </a:r>
          </a:p>
          <a:p>
            <a:pPr lvl="1" eaLnBrk="1" hangingPunct="1"/>
            <a:r>
              <a:rPr lang="en-US" altLang="en-PR" dirty="0"/>
              <a:t>Often 3-4 I/</a:t>
            </a:r>
            <a:r>
              <a:rPr lang="en-US" altLang="en-PR" dirty="0" err="1"/>
              <a:t>Os</a:t>
            </a:r>
            <a:r>
              <a:rPr lang="en-US" altLang="en-PR" dirty="0"/>
              <a:t> are need to locate the first group of data items</a:t>
            </a:r>
          </a:p>
        </p:txBody>
      </p:sp>
      <p:sp>
        <p:nvSpPr>
          <p:cNvPr id="17414" name="Rectangle 4">
            <a:extLst>
              <a:ext uri="{FF2B5EF4-FFF2-40B4-BE49-F238E27FC236}">
                <a16:creationId xmlns:a16="http://schemas.microsoft.com/office/drawing/2014/main" id="{F1C2D0DF-8B70-B04A-9451-E1AFBDF77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9300" y="3655219"/>
            <a:ext cx="8153400" cy="2514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7415" name="Rectangle 5">
            <a:extLst>
              <a:ext uri="{FF2B5EF4-FFF2-40B4-BE49-F238E27FC236}">
                <a16:creationId xmlns:a16="http://schemas.microsoft.com/office/drawing/2014/main" id="{2F34DFA7-0C3A-9245-BECA-43DCDFC15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1300" y="3807619"/>
            <a:ext cx="16764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7416" name="Rectangle 6">
            <a:extLst>
              <a:ext uri="{FF2B5EF4-FFF2-40B4-BE49-F238E27FC236}">
                <a16:creationId xmlns:a16="http://schemas.microsoft.com/office/drawing/2014/main" id="{E367693A-4D10-0B46-A4FD-DD8DACB2E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3807619"/>
            <a:ext cx="16764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7417" name="Rectangle 7">
            <a:extLst>
              <a:ext uri="{FF2B5EF4-FFF2-40B4-BE49-F238E27FC236}">
                <a16:creationId xmlns:a16="http://schemas.microsoft.com/office/drawing/2014/main" id="{65DD18E7-EF12-9D41-87C3-15C7B50A0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0" y="3807619"/>
            <a:ext cx="16764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17418" name="Text Box 8">
            <a:extLst>
              <a:ext uri="{FF2B5EF4-FFF2-40B4-BE49-F238E27FC236}">
                <a16:creationId xmlns:a16="http://schemas.microsoft.com/office/drawing/2014/main" id="{68642356-71FD-544E-9624-5000372B4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3807619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600"/>
              <a:t>…</a:t>
            </a:r>
          </a:p>
        </p:txBody>
      </p:sp>
      <p:sp>
        <p:nvSpPr>
          <p:cNvPr id="17419" name="Rectangle 10">
            <a:extLst>
              <a:ext uri="{FF2B5EF4-FFF2-40B4-BE49-F238E27FC236}">
                <a16:creationId xmlns:a16="http://schemas.microsoft.com/office/drawing/2014/main" id="{2F0D8118-63CD-174B-AB73-D561E6215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331619"/>
            <a:ext cx="1676400" cy="685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PR">
                <a:solidFill>
                  <a:schemeClr val="bg1"/>
                </a:solidFill>
              </a:rPr>
              <a:t>Page 1</a:t>
            </a:r>
          </a:p>
        </p:txBody>
      </p:sp>
      <p:sp>
        <p:nvSpPr>
          <p:cNvPr id="17420" name="Rectangle 11">
            <a:extLst>
              <a:ext uri="{FF2B5EF4-FFF2-40B4-BE49-F238E27FC236}">
                <a16:creationId xmlns:a16="http://schemas.microsoft.com/office/drawing/2014/main" id="{90F34424-3377-7E48-9D46-CC5E563B5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5331619"/>
            <a:ext cx="1676400" cy="685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PR">
                <a:solidFill>
                  <a:schemeClr val="bg1"/>
                </a:solidFill>
              </a:rPr>
              <a:t>Page 2</a:t>
            </a:r>
          </a:p>
        </p:txBody>
      </p:sp>
      <p:sp>
        <p:nvSpPr>
          <p:cNvPr id="17421" name="Rectangle 12">
            <a:extLst>
              <a:ext uri="{FF2B5EF4-FFF2-40B4-BE49-F238E27FC236}">
                <a16:creationId xmlns:a16="http://schemas.microsoft.com/office/drawing/2014/main" id="{B0CBC691-B04F-0149-8B2D-4EDAAC008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5331619"/>
            <a:ext cx="1676400" cy="685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PR">
                <a:solidFill>
                  <a:schemeClr val="bg1"/>
                </a:solidFill>
              </a:rPr>
              <a:t>Page 3</a:t>
            </a:r>
          </a:p>
        </p:txBody>
      </p:sp>
      <p:sp>
        <p:nvSpPr>
          <p:cNvPr id="17422" name="Rectangle 13">
            <a:extLst>
              <a:ext uri="{FF2B5EF4-FFF2-40B4-BE49-F238E27FC236}">
                <a16:creationId xmlns:a16="http://schemas.microsoft.com/office/drawing/2014/main" id="{AA3980A6-543A-584D-91AB-6D8666CC7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3900" y="5331619"/>
            <a:ext cx="1676400" cy="685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PR">
                <a:solidFill>
                  <a:schemeClr val="bg1"/>
                </a:solidFill>
              </a:rPr>
              <a:t>Page N </a:t>
            </a:r>
          </a:p>
        </p:txBody>
      </p:sp>
      <p:sp>
        <p:nvSpPr>
          <p:cNvPr id="17423" name="Text Box 20">
            <a:extLst>
              <a:ext uri="{FF2B5EF4-FFF2-40B4-BE49-F238E27FC236}">
                <a16:creationId xmlns:a16="http://schemas.microsoft.com/office/drawing/2014/main" id="{9EA65B9B-A5DA-6947-8A98-F31520590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100" y="5255419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600"/>
              <a:t>…</a:t>
            </a:r>
          </a:p>
        </p:txBody>
      </p:sp>
      <p:sp>
        <p:nvSpPr>
          <p:cNvPr id="17424" name="Text Box 21">
            <a:extLst>
              <a:ext uri="{FF2B5EF4-FFF2-40B4-BE49-F238E27FC236}">
                <a16:creationId xmlns:a16="http://schemas.microsoft.com/office/drawing/2014/main" id="{9C5951D2-3096-224B-850E-6B323988B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426" y="3923507"/>
            <a:ext cx="912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k1 k2</a:t>
            </a:r>
          </a:p>
        </p:txBody>
      </p:sp>
      <p:sp>
        <p:nvSpPr>
          <p:cNvPr id="17425" name="Line 22">
            <a:extLst>
              <a:ext uri="{FF2B5EF4-FFF2-40B4-BE49-F238E27FC236}">
                <a16:creationId xmlns:a16="http://schemas.microsoft.com/office/drawing/2014/main" id="{BFB72829-8F36-054E-BF92-A0F15A3E4A8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00300" y="4188619"/>
            <a:ext cx="7620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6" name="Line 23">
            <a:extLst>
              <a:ext uri="{FF2B5EF4-FFF2-40B4-BE49-F238E27FC236}">
                <a16:creationId xmlns:a16="http://schemas.microsoft.com/office/drawing/2014/main" id="{F50AD47C-154E-4147-A610-A7F24DFF99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3300" y="4264819"/>
            <a:ext cx="60960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7" name="Line 24">
            <a:extLst>
              <a:ext uri="{FF2B5EF4-FFF2-40B4-BE49-F238E27FC236}">
                <a16:creationId xmlns:a16="http://schemas.microsoft.com/office/drawing/2014/main" id="{FA2F165B-5C04-E246-A6DE-672BD7E5E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6700" y="4264819"/>
            <a:ext cx="19050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8" name="Text Box 26">
            <a:extLst>
              <a:ext uri="{FF2B5EF4-FFF2-40B4-BE49-F238E27FC236}">
                <a16:creationId xmlns:a16="http://schemas.microsoft.com/office/drawing/2014/main" id="{7521299B-4E1A-5C4A-B041-6F630BB9F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626" y="3923507"/>
            <a:ext cx="506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kn</a:t>
            </a:r>
          </a:p>
        </p:txBody>
      </p:sp>
      <p:sp>
        <p:nvSpPr>
          <p:cNvPr id="17429" name="Line 27">
            <a:extLst>
              <a:ext uri="{FF2B5EF4-FFF2-40B4-BE49-F238E27FC236}">
                <a16:creationId xmlns:a16="http://schemas.microsoft.com/office/drawing/2014/main" id="{6979B92E-C46D-2E48-8E75-BEC7C8391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4900" y="4264819"/>
            <a:ext cx="6096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Date Placeholder 3">
            <a:extLst>
              <a:ext uri="{FF2B5EF4-FFF2-40B4-BE49-F238E27FC236}">
                <a16:creationId xmlns:a16="http://schemas.microsoft.com/office/drawing/2014/main" id="{54AD226E-E8DB-CE47-B5B2-81546006B01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19458" name="Footer Placeholder 4">
            <a:extLst>
              <a:ext uri="{FF2B5EF4-FFF2-40B4-BE49-F238E27FC236}">
                <a16:creationId xmlns:a16="http://schemas.microsoft.com/office/drawing/2014/main" id="{9E0C7CE1-F58E-974F-8CD3-C5A1BF9D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B6D8F5A4-8856-104B-848A-D79C198A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68F3BF7-66E0-D741-89AB-F89DA38995DF}" type="slidenum">
              <a:rPr lang="en-US" altLang="en-PR" sz="1400">
                <a:latin typeface="Times New Roman" panose="02020603050405020304" pitchFamily="18" charset="0"/>
              </a:rPr>
              <a:pPr/>
              <a:t>12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60098" name="Rectangle 2">
            <a:extLst>
              <a:ext uri="{FF2B5EF4-FFF2-40B4-BE49-F238E27FC236}">
                <a16:creationId xmlns:a16="http://schemas.microsoft.com/office/drawing/2014/main" id="{FAE0B0A4-3BFA-0348-A93C-9DB2F9263E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ISAM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095C365D-0A01-C249-A35A-EDAF27FB7F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PR" dirty="0"/>
              <a:t>Indexed sequential access method (ISAM)</a:t>
            </a:r>
          </a:p>
          <a:p>
            <a:pPr eaLnBrk="1" hangingPunct="1"/>
            <a:r>
              <a:rPr lang="en-US" altLang="en-PR" dirty="0"/>
              <a:t>Support insert, delete, search operations</a:t>
            </a:r>
          </a:p>
          <a:p>
            <a:pPr eaLnBrk="1" hangingPunct="1"/>
            <a:r>
              <a:rPr lang="en-US" altLang="en-PR" dirty="0"/>
              <a:t>Static index structure based on trees</a:t>
            </a:r>
          </a:p>
          <a:p>
            <a:pPr lvl="1" eaLnBrk="1" hangingPunct="1"/>
            <a:r>
              <a:rPr lang="en-US" altLang="en-PR" dirty="0"/>
              <a:t>Balanced tree</a:t>
            </a:r>
          </a:p>
          <a:p>
            <a:pPr eaLnBrk="1" hangingPunct="1"/>
            <a:r>
              <a:rPr lang="en-US" altLang="en-PR" dirty="0"/>
              <a:t>Number of leaves and internal nodes is </a:t>
            </a:r>
            <a:r>
              <a:rPr lang="en-US" altLang="en-PR" b="1" dirty="0"/>
              <a:t>fixed</a:t>
            </a:r>
            <a:r>
              <a:rPr lang="en-US" altLang="en-PR" dirty="0"/>
              <a:t> at file creation time</a:t>
            </a:r>
          </a:p>
          <a:p>
            <a:pPr eaLnBrk="1" hangingPunct="1"/>
            <a:r>
              <a:rPr lang="en-US" altLang="en-PR" dirty="0"/>
              <a:t>More space is allocated as overflow pages 	</a:t>
            </a:r>
          </a:p>
          <a:p>
            <a:pPr lvl="1" eaLnBrk="1" hangingPunct="1"/>
            <a:r>
              <a:rPr lang="en-US" altLang="en-PR" dirty="0"/>
              <a:t>Chained with appropriate leaf</a:t>
            </a:r>
          </a:p>
          <a:p>
            <a:pPr lvl="1" eaLnBrk="1" hangingPunct="1"/>
            <a:r>
              <a:rPr lang="en-US" altLang="en-PR" dirty="0"/>
              <a:t>Long overflow chains are no good.</a:t>
            </a:r>
          </a:p>
          <a:p>
            <a:pPr eaLnBrk="1" hangingPunct="1"/>
            <a:endParaRPr lang="en-US" altLang="en-P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Date Placeholder 2">
            <a:extLst>
              <a:ext uri="{FF2B5EF4-FFF2-40B4-BE49-F238E27FC236}">
                <a16:creationId xmlns:a16="http://schemas.microsoft.com/office/drawing/2014/main" id="{46F28417-5C15-9144-8899-73FA6CBCF9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3DE960E2-2A63-FD4D-A36D-F75CE4551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8287470E-0EDF-4B43-B00F-DE0F19CA2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809281-2E5D-F047-9545-90FF72E53E85}" type="slidenum">
              <a:rPr lang="en-US" altLang="en-PR" sz="1400">
                <a:latin typeface="Times New Roman" panose="02020603050405020304" pitchFamily="18" charset="0"/>
              </a:rPr>
              <a:pPr/>
              <a:t>13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61122" name="Rectangle 2">
            <a:extLst>
              <a:ext uri="{FF2B5EF4-FFF2-40B4-BE49-F238E27FC236}">
                <a16:creationId xmlns:a16="http://schemas.microsoft.com/office/drawing/2014/main" id="{C9747B93-F7D3-8A4B-B0E7-62B43D5B94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ISAM Structure</a:t>
            </a:r>
          </a:p>
        </p:txBody>
      </p:sp>
      <p:sp>
        <p:nvSpPr>
          <p:cNvPr id="21509" name="Rectangle 4">
            <a:extLst>
              <a:ext uri="{FF2B5EF4-FFF2-40B4-BE49-F238E27FC236}">
                <a16:creationId xmlns:a16="http://schemas.microsoft.com/office/drawing/2014/main" id="{ACEDDCDE-A6CC-5049-AB61-F5804BA38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524000"/>
            <a:ext cx="609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7A867200-31A5-F449-A12C-A1DBAC257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514600"/>
            <a:ext cx="609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1" name="Rectangle 6">
            <a:extLst>
              <a:ext uri="{FF2B5EF4-FFF2-40B4-BE49-F238E27FC236}">
                <a16:creationId xmlns:a16="http://schemas.microsoft.com/office/drawing/2014/main" id="{F18A8C3D-896F-6D4C-B939-D616E9840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2590800"/>
            <a:ext cx="609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2" name="Rectangle 7">
            <a:extLst>
              <a:ext uri="{FF2B5EF4-FFF2-40B4-BE49-F238E27FC236}">
                <a16:creationId xmlns:a16="http://schemas.microsoft.com/office/drawing/2014/main" id="{14E28728-9753-BF45-9AF9-5879162E0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81400"/>
            <a:ext cx="609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3" name="Rectangle 8">
            <a:extLst>
              <a:ext uri="{FF2B5EF4-FFF2-40B4-BE49-F238E27FC236}">
                <a16:creationId xmlns:a16="http://schemas.microsoft.com/office/drawing/2014/main" id="{A9CD9DEF-D06E-CF4E-97AB-9C5B000EA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581400"/>
            <a:ext cx="609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4" name="Rectangle 9">
            <a:extLst>
              <a:ext uri="{FF2B5EF4-FFF2-40B4-BE49-F238E27FC236}">
                <a16:creationId xmlns:a16="http://schemas.microsoft.com/office/drawing/2014/main" id="{44A26E24-27E2-8A41-8D14-F93BEDB6E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581400"/>
            <a:ext cx="609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5" name="Rectangle 10">
            <a:extLst>
              <a:ext uri="{FF2B5EF4-FFF2-40B4-BE49-F238E27FC236}">
                <a16:creationId xmlns:a16="http://schemas.microsoft.com/office/drawing/2014/main" id="{FD20D73F-0FC4-FA49-989C-4965DE967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0600" y="3581400"/>
            <a:ext cx="6096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6" name="Rectangle 11">
            <a:extLst>
              <a:ext uri="{FF2B5EF4-FFF2-40B4-BE49-F238E27FC236}">
                <a16:creationId xmlns:a16="http://schemas.microsoft.com/office/drawing/2014/main" id="{49B6DDD8-B66E-DA47-956D-5988C908E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724400"/>
            <a:ext cx="609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7" name="Rectangle 12">
            <a:extLst>
              <a:ext uri="{FF2B5EF4-FFF2-40B4-BE49-F238E27FC236}">
                <a16:creationId xmlns:a16="http://schemas.microsoft.com/office/drawing/2014/main" id="{3671024C-381B-954D-915A-6D2B1CA7B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562600"/>
            <a:ext cx="609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8" name="Rectangle 13">
            <a:extLst>
              <a:ext uri="{FF2B5EF4-FFF2-40B4-BE49-F238E27FC236}">
                <a16:creationId xmlns:a16="http://schemas.microsoft.com/office/drawing/2014/main" id="{13378473-3FFF-274A-BE66-D38F40342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724400"/>
            <a:ext cx="609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19" name="Rectangle 14">
            <a:extLst>
              <a:ext uri="{FF2B5EF4-FFF2-40B4-BE49-F238E27FC236}">
                <a16:creationId xmlns:a16="http://schemas.microsoft.com/office/drawing/2014/main" id="{B9666B09-E5A5-0442-AD8E-971AA290B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724400"/>
            <a:ext cx="609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20" name="Rectangle 15">
            <a:extLst>
              <a:ext uri="{FF2B5EF4-FFF2-40B4-BE49-F238E27FC236}">
                <a16:creationId xmlns:a16="http://schemas.microsoft.com/office/drawing/2014/main" id="{54CA9892-3996-0844-9BE4-E97616DE7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562600"/>
            <a:ext cx="609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21" name="Rectangle 16">
            <a:extLst>
              <a:ext uri="{FF2B5EF4-FFF2-40B4-BE49-F238E27FC236}">
                <a16:creationId xmlns:a16="http://schemas.microsoft.com/office/drawing/2014/main" id="{EFCA582F-9444-7745-99BB-948728E7B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648200"/>
            <a:ext cx="609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22" name="Rectangle 17">
            <a:extLst>
              <a:ext uri="{FF2B5EF4-FFF2-40B4-BE49-F238E27FC236}">
                <a16:creationId xmlns:a16="http://schemas.microsoft.com/office/drawing/2014/main" id="{ABA37AC7-39B0-F44E-86C9-5A4B9B985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648200"/>
            <a:ext cx="609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23" name="Rectangle 18">
            <a:extLst>
              <a:ext uri="{FF2B5EF4-FFF2-40B4-BE49-F238E27FC236}">
                <a16:creationId xmlns:a16="http://schemas.microsoft.com/office/drawing/2014/main" id="{844692FB-6217-614E-85FF-2A065430E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5400" y="4648200"/>
            <a:ext cx="609600" cy="4572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1524" name="Line 19">
            <a:extLst>
              <a:ext uri="{FF2B5EF4-FFF2-40B4-BE49-F238E27FC236}">
                <a16:creationId xmlns:a16="http://schemas.microsoft.com/office/drawing/2014/main" id="{7CB13B10-5907-A649-A18C-5F5D3891B3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1981200"/>
            <a:ext cx="19050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5" name="Line 20">
            <a:extLst>
              <a:ext uri="{FF2B5EF4-FFF2-40B4-BE49-F238E27FC236}">
                <a16:creationId xmlns:a16="http://schemas.microsoft.com/office/drawing/2014/main" id="{FB3BE6FD-376A-824B-95A4-1933BF83D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1981200"/>
            <a:ext cx="16002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6" name="Line 21">
            <a:extLst>
              <a:ext uri="{FF2B5EF4-FFF2-40B4-BE49-F238E27FC236}">
                <a16:creationId xmlns:a16="http://schemas.microsoft.com/office/drawing/2014/main" id="{3B00B054-CA63-0D46-B375-109A023C35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14600" y="2971800"/>
            <a:ext cx="12954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7" name="Line 22">
            <a:extLst>
              <a:ext uri="{FF2B5EF4-FFF2-40B4-BE49-F238E27FC236}">
                <a16:creationId xmlns:a16="http://schemas.microsoft.com/office/drawing/2014/main" id="{9D6E4F34-0FB0-5845-BA3A-A679B8BAE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2971800"/>
            <a:ext cx="8382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8" name="Line 23">
            <a:extLst>
              <a:ext uri="{FF2B5EF4-FFF2-40B4-BE49-F238E27FC236}">
                <a16:creationId xmlns:a16="http://schemas.microsoft.com/office/drawing/2014/main" id="{52925274-B436-F146-AD1F-771C59DD1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3048000"/>
            <a:ext cx="11430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9" name="Line 24">
            <a:extLst>
              <a:ext uri="{FF2B5EF4-FFF2-40B4-BE49-F238E27FC236}">
                <a16:creationId xmlns:a16="http://schemas.microsoft.com/office/drawing/2014/main" id="{ECF79121-0770-BC4F-9B88-F3A126C35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3048000"/>
            <a:ext cx="11430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Line 25">
            <a:extLst>
              <a:ext uri="{FF2B5EF4-FFF2-40B4-BE49-F238E27FC236}">
                <a16:creationId xmlns:a16="http://schemas.microsoft.com/office/drawing/2014/main" id="{4654EAE3-AA30-D44E-99EB-F1C0D4CFAA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41148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1" name="Line 26">
            <a:extLst>
              <a:ext uri="{FF2B5EF4-FFF2-40B4-BE49-F238E27FC236}">
                <a16:creationId xmlns:a16="http://schemas.microsoft.com/office/drawing/2014/main" id="{2317E6C8-FFDE-0246-BD9D-15AA64E95D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4038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2" name="Line 27">
            <a:extLst>
              <a:ext uri="{FF2B5EF4-FFF2-40B4-BE49-F238E27FC236}">
                <a16:creationId xmlns:a16="http://schemas.microsoft.com/office/drawing/2014/main" id="{ED8854A5-2CE1-DE41-B94E-96F4909C3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4114800"/>
            <a:ext cx="9906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3" name="Line 28">
            <a:extLst>
              <a:ext uri="{FF2B5EF4-FFF2-40B4-BE49-F238E27FC236}">
                <a16:creationId xmlns:a16="http://schemas.microsoft.com/office/drawing/2014/main" id="{E3AE55C7-1C81-1A40-A12B-196DC8DC1F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4038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4" name="Line 29">
            <a:extLst>
              <a:ext uri="{FF2B5EF4-FFF2-40B4-BE49-F238E27FC236}">
                <a16:creationId xmlns:a16="http://schemas.microsoft.com/office/drawing/2014/main" id="{81483C14-E293-4F46-B925-EAE6F8CD55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67800" y="4038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5" name="Line 30">
            <a:extLst>
              <a:ext uri="{FF2B5EF4-FFF2-40B4-BE49-F238E27FC236}">
                <a16:creationId xmlns:a16="http://schemas.microsoft.com/office/drawing/2014/main" id="{6514C86C-DA32-204F-B7C0-0DCBE6C1B6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24800" y="4038600"/>
            <a:ext cx="9144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6" name="Text Box 31">
            <a:extLst>
              <a:ext uri="{FF2B5EF4-FFF2-40B4-BE49-F238E27FC236}">
                <a16:creationId xmlns:a16="http://schemas.microsoft.com/office/drawing/2014/main" id="{57A32BF6-6FE5-0248-8358-FA116BAF6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48189"/>
            <a:ext cx="5905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200"/>
              <a:t>…</a:t>
            </a:r>
          </a:p>
        </p:txBody>
      </p:sp>
      <p:sp>
        <p:nvSpPr>
          <p:cNvPr id="21537" name="Text Box 32">
            <a:extLst>
              <a:ext uri="{FF2B5EF4-FFF2-40B4-BE49-F238E27FC236}">
                <a16:creationId xmlns:a16="http://schemas.microsoft.com/office/drawing/2014/main" id="{23AF6E8A-5691-8348-8C0E-5DB3191EA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5052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200"/>
              <a:t>…</a:t>
            </a:r>
          </a:p>
        </p:txBody>
      </p:sp>
      <p:sp>
        <p:nvSpPr>
          <p:cNvPr id="21538" name="Text Box 33">
            <a:extLst>
              <a:ext uri="{FF2B5EF4-FFF2-40B4-BE49-F238E27FC236}">
                <a16:creationId xmlns:a16="http://schemas.microsoft.com/office/drawing/2014/main" id="{B2C65C27-75D9-524B-9B85-12898D1AE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4290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200"/>
              <a:t>…</a:t>
            </a:r>
          </a:p>
        </p:txBody>
      </p:sp>
      <p:sp>
        <p:nvSpPr>
          <p:cNvPr id="21539" name="Text Box 34">
            <a:extLst>
              <a:ext uri="{FF2B5EF4-FFF2-40B4-BE49-F238E27FC236}">
                <a16:creationId xmlns:a16="http://schemas.microsoft.com/office/drawing/2014/main" id="{BE0E77A4-C9B6-7145-B64D-6F2BC417B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590800"/>
            <a:ext cx="590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200"/>
              <a:t>…</a:t>
            </a:r>
          </a:p>
        </p:txBody>
      </p:sp>
      <p:sp>
        <p:nvSpPr>
          <p:cNvPr id="21540" name="Line 35">
            <a:extLst>
              <a:ext uri="{FF2B5EF4-FFF2-40B4-BE49-F238E27FC236}">
                <a16:creationId xmlns:a16="http://schemas.microsoft.com/office/drawing/2014/main" id="{76BBD869-55BC-C74B-BBF2-42A584F5547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2133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1" name="Line 38">
            <a:extLst>
              <a:ext uri="{FF2B5EF4-FFF2-40B4-BE49-F238E27FC236}">
                <a16:creationId xmlns:a16="http://schemas.microsoft.com/office/drawing/2014/main" id="{F08F068E-E9B9-8442-B9DE-D1B1AAAF9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5181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2" name="Line 39">
            <a:extLst>
              <a:ext uri="{FF2B5EF4-FFF2-40B4-BE49-F238E27FC236}">
                <a16:creationId xmlns:a16="http://schemas.microsoft.com/office/drawing/2014/main" id="{8EE55187-0C3F-574C-A996-6FE7AE169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518160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43" name="Text Box 40">
            <a:extLst>
              <a:ext uri="{FF2B5EF4-FFF2-40B4-BE49-F238E27FC236}">
                <a16:creationId xmlns:a16="http://schemas.microsoft.com/office/drawing/2014/main" id="{B4DF6120-2BB3-4C4F-BF87-DD2332255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635626"/>
            <a:ext cx="1885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1800" b="1"/>
              <a:t>Overflow pages</a:t>
            </a:r>
          </a:p>
        </p:txBody>
      </p:sp>
      <p:sp>
        <p:nvSpPr>
          <p:cNvPr id="21544" name="Line 41">
            <a:extLst>
              <a:ext uri="{FF2B5EF4-FFF2-40B4-BE49-F238E27FC236}">
                <a16:creationId xmlns:a16="http://schemas.microsoft.com/office/drawing/2014/main" id="{D7275689-54F1-5C4B-852E-A45D623C2C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7800" y="57912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Date Placeholder 2">
            <a:extLst>
              <a:ext uri="{FF2B5EF4-FFF2-40B4-BE49-F238E27FC236}">
                <a16:creationId xmlns:a16="http://schemas.microsoft.com/office/drawing/2014/main" id="{74E52760-E83B-E841-A821-8C226BDB1A2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075644C6-25D2-AC4A-8366-C865863E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23555" name="Slide Number Placeholder 4">
            <a:extLst>
              <a:ext uri="{FF2B5EF4-FFF2-40B4-BE49-F238E27FC236}">
                <a16:creationId xmlns:a16="http://schemas.microsoft.com/office/drawing/2014/main" id="{10A59527-CEDA-AC41-9183-98572AE74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009E91-65F2-1943-82A9-3A00AD8D713D}" type="slidenum">
              <a:rPr lang="en-US" altLang="en-PR" sz="1400">
                <a:latin typeface="Times New Roman" panose="02020603050405020304" pitchFamily="18" charset="0"/>
              </a:rPr>
              <a:pPr/>
              <a:t>14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64194" name="Rectangle 2">
            <a:extLst>
              <a:ext uri="{FF2B5EF4-FFF2-40B4-BE49-F238E27FC236}">
                <a16:creationId xmlns:a16="http://schemas.microsoft.com/office/drawing/2014/main" id="{2B3B16FF-F05A-844A-A38A-943690526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Sample ISAM Tree</a:t>
            </a:r>
          </a:p>
        </p:txBody>
      </p:sp>
      <p:graphicFrame>
        <p:nvGraphicFramePr>
          <p:cNvPr id="264204" name="Group 12">
            <a:extLst>
              <a:ext uri="{FF2B5EF4-FFF2-40B4-BE49-F238E27FC236}">
                <a16:creationId xmlns:a16="http://schemas.microsoft.com/office/drawing/2014/main" id="{B2664F2C-5F54-0E4D-896D-8E4406EE16F1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4572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205" name="Group 13">
            <a:extLst>
              <a:ext uri="{FF2B5EF4-FFF2-40B4-BE49-F238E27FC236}">
                <a16:creationId xmlns:a16="http://schemas.microsoft.com/office/drawing/2014/main" id="{5275A1B8-EB8E-0D41-B9F8-1C1522388860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4572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213" name="Group 21">
            <a:extLst>
              <a:ext uri="{FF2B5EF4-FFF2-40B4-BE49-F238E27FC236}">
                <a16:creationId xmlns:a16="http://schemas.microsoft.com/office/drawing/2014/main" id="{049CA7D1-97D4-FF4F-BD3B-99A9815FF1B6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4572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221" name="Group 29">
            <a:extLst>
              <a:ext uri="{FF2B5EF4-FFF2-40B4-BE49-F238E27FC236}">
                <a16:creationId xmlns:a16="http://schemas.microsoft.com/office/drawing/2014/main" id="{98B06FEE-2A79-764C-A3D1-BC92941272D3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4572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229" name="Group 37">
            <a:extLst>
              <a:ext uri="{FF2B5EF4-FFF2-40B4-BE49-F238E27FC236}">
                <a16:creationId xmlns:a16="http://schemas.microsoft.com/office/drawing/2014/main" id="{914A4BE9-8078-DE42-AFA0-C4895F8B78A0}"/>
              </a:ext>
            </a:extLst>
          </p:cNvPr>
          <p:cNvGraphicFramePr>
            <a:graphicFrameLocks noGrp="1"/>
          </p:cNvGraphicFramePr>
          <p:nvPr/>
        </p:nvGraphicFramePr>
        <p:xfrm>
          <a:off x="7696200" y="4572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245" name="Group 53">
            <a:extLst>
              <a:ext uri="{FF2B5EF4-FFF2-40B4-BE49-F238E27FC236}">
                <a16:creationId xmlns:a16="http://schemas.microsoft.com/office/drawing/2014/main" id="{96F79C89-121C-5B46-B342-E32992CBE4D3}"/>
              </a:ext>
            </a:extLst>
          </p:cNvPr>
          <p:cNvGraphicFramePr>
            <a:graphicFrameLocks noGrp="1"/>
          </p:cNvGraphicFramePr>
          <p:nvPr/>
        </p:nvGraphicFramePr>
        <p:xfrm>
          <a:off x="9067800" y="4572000"/>
          <a:ext cx="1143000" cy="5080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266" name="Group 74">
            <a:extLst>
              <a:ext uri="{FF2B5EF4-FFF2-40B4-BE49-F238E27FC236}">
                <a16:creationId xmlns:a16="http://schemas.microsoft.com/office/drawing/2014/main" id="{68CC3438-51CD-CA43-B0E7-2722EDB8DDD0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31242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267" name="Group 75">
            <a:extLst>
              <a:ext uri="{FF2B5EF4-FFF2-40B4-BE49-F238E27FC236}">
                <a16:creationId xmlns:a16="http://schemas.microsoft.com/office/drawing/2014/main" id="{53C5E88D-8B66-A641-BA2F-05B31EB8FE6B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31242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282" name="Group 90">
            <a:extLst>
              <a:ext uri="{FF2B5EF4-FFF2-40B4-BE49-F238E27FC236}">
                <a16:creationId xmlns:a16="http://schemas.microsoft.com/office/drawing/2014/main" id="{18EF1C5F-25C6-1946-9260-F378E5AE4D90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6764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647" name="Line 104">
            <a:extLst>
              <a:ext uri="{FF2B5EF4-FFF2-40B4-BE49-F238E27FC236}">
                <a16:creationId xmlns:a16="http://schemas.microsoft.com/office/drawing/2014/main" id="{CAC73730-8033-6345-A66A-8A1F9EE8D6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2057400"/>
            <a:ext cx="9906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48" name="Line 119">
            <a:extLst>
              <a:ext uri="{FF2B5EF4-FFF2-40B4-BE49-F238E27FC236}">
                <a16:creationId xmlns:a16="http://schemas.microsoft.com/office/drawing/2014/main" id="{98261CB5-1D5C-974C-B86D-BEB0826D3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057400"/>
            <a:ext cx="2057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49" name="Line 120">
            <a:extLst>
              <a:ext uri="{FF2B5EF4-FFF2-40B4-BE49-F238E27FC236}">
                <a16:creationId xmlns:a16="http://schemas.microsoft.com/office/drawing/2014/main" id="{038DEBD1-6BDD-634A-8302-550585CF25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3505200"/>
            <a:ext cx="9906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50" name="Line 121">
            <a:extLst>
              <a:ext uri="{FF2B5EF4-FFF2-40B4-BE49-F238E27FC236}">
                <a16:creationId xmlns:a16="http://schemas.microsoft.com/office/drawing/2014/main" id="{70F1AAC2-43DD-074B-993A-354F0C3068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3505200"/>
            <a:ext cx="152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51" name="Line 122">
            <a:extLst>
              <a:ext uri="{FF2B5EF4-FFF2-40B4-BE49-F238E27FC236}">
                <a16:creationId xmlns:a16="http://schemas.microsoft.com/office/drawing/2014/main" id="{627C1FD5-D929-DF46-B745-8CF97C208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505200"/>
            <a:ext cx="533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52" name="Line 123">
            <a:extLst>
              <a:ext uri="{FF2B5EF4-FFF2-40B4-BE49-F238E27FC236}">
                <a16:creationId xmlns:a16="http://schemas.microsoft.com/office/drawing/2014/main" id="{3FDD7335-8D09-6147-9C76-3C33C788C2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505200"/>
            <a:ext cx="4572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53" name="Line 124">
            <a:extLst>
              <a:ext uri="{FF2B5EF4-FFF2-40B4-BE49-F238E27FC236}">
                <a16:creationId xmlns:a16="http://schemas.microsoft.com/office/drawing/2014/main" id="{CA73352C-1A85-E94D-8459-E0DBEF8A7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505200"/>
            <a:ext cx="152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54" name="Line 125">
            <a:extLst>
              <a:ext uri="{FF2B5EF4-FFF2-40B4-BE49-F238E27FC236}">
                <a16:creationId xmlns:a16="http://schemas.microsoft.com/office/drawing/2014/main" id="{50F34EB5-EE5C-BF43-B89D-0213C8640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581400"/>
            <a:ext cx="6858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Date Placeholder 3">
            <a:extLst>
              <a:ext uri="{FF2B5EF4-FFF2-40B4-BE49-F238E27FC236}">
                <a16:creationId xmlns:a16="http://schemas.microsoft.com/office/drawing/2014/main" id="{7119C4E9-E2BC-D84C-86E4-4722E2FF980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25602" name="Footer Placeholder 4">
            <a:extLst>
              <a:ext uri="{FF2B5EF4-FFF2-40B4-BE49-F238E27FC236}">
                <a16:creationId xmlns:a16="http://schemas.microsoft.com/office/drawing/2014/main" id="{3E45050B-0096-2D48-9094-828A953FB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25603" name="Slide Number Placeholder 5">
            <a:extLst>
              <a:ext uri="{FF2B5EF4-FFF2-40B4-BE49-F238E27FC236}">
                <a16:creationId xmlns:a16="http://schemas.microsoft.com/office/drawing/2014/main" id="{8DC94C9C-044C-BC43-A5BE-BB54C63F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BA68091-EE3A-FA4E-AE37-19617D1C660D}" type="slidenum">
              <a:rPr lang="en-US" altLang="en-PR" sz="1400">
                <a:latin typeface="Times New Roman" panose="02020603050405020304" pitchFamily="18" charset="0"/>
              </a:rPr>
              <a:pPr/>
              <a:t>15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63170" name="Rectangle 2">
            <a:extLst>
              <a:ext uri="{FF2B5EF4-FFF2-40B4-BE49-F238E27FC236}">
                <a16:creationId xmlns:a16="http://schemas.microsoft.com/office/drawing/2014/main" id="{2E8BB511-7000-D24B-A4C1-DB3026BFA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ISAM Disk Organization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1FC89624-D51C-8647-BC25-E046BE0935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5624"/>
            <a:ext cx="10515600" cy="2619375"/>
          </a:xfrm>
        </p:spPr>
        <p:txBody>
          <a:bodyPr>
            <a:normAutofit fontScale="85000" lnSpcReduction="20000"/>
          </a:bodyPr>
          <a:lstStyle/>
          <a:p>
            <a:pPr eaLnBrk="1" hangingPunct="1"/>
            <a:r>
              <a:rPr lang="en-US" altLang="en-PR" dirty="0"/>
              <a:t>Data pages are allocated sequentially</a:t>
            </a:r>
          </a:p>
          <a:p>
            <a:pPr lvl="1" eaLnBrk="1" hangingPunct="1"/>
            <a:r>
              <a:rPr lang="en-US" altLang="en-PR" dirty="0"/>
              <a:t>Fixed number of pages at file creation</a:t>
            </a:r>
          </a:p>
          <a:p>
            <a:pPr eaLnBrk="1" hangingPunct="1"/>
            <a:r>
              <a:rPr lang="en-US" altLang="en-PR" dirty="0"/>
              <a:t>Index pages are then allocated</a:t>
            </a:r>
          </a:p>
          <a:p>
            <a:pPr lvl="1" eaLnBrk="1" hangingPunct="1"/>
            <a:r>
              <a:rPr lang="en-US" altLang="en-PR" dirty="0"/>
              <a:t>Fixed number of pages at file creation</a:t>
            </a:r>
          </a:p>
          <a:p>
            <a:pPr eaLnBrk="1" hangingPunct="1"/>
            <a:r>
              <a:rPr lang="en-US" altLang="en-PR" dirty="0"/>
              <a:t>Overflow pages go at the end of file</a:t>
            </a:r>
          </a:p>
          <a:p>
            <a:pPr lvl="1" eaLnBrk="1" hangingPunct="1"/>
            <a:r>
              <a:rPr lang="en-US" altLang="en-PR" dirty="0"/>
              <a:t>Variable number</a:t>
            </a:r>
          </a:p>
          <a:p>
            <a:pPr lvl="1" eaLnBrk="1" hangingPunct="1"/>
            <a:r>
              <a:rPr lang="en-US" altLang="en-PR" dirty="0"/>
              <a:t>Must be chained with the base data pages</a:t>
            </a:r>
          </a:p>
        </p:txBody>
      </p:sp>
      <p:graphicFrame>
        <p:nvGraphicFramePr>
          <p:cNvPr id="263182" name="Group 14">
            <a:extLst>
              <a:ext uri="{FF2B5EF4-FFF2-40B4-BE49-F238E27FC236}">
                <a16:creationId xmlns:a16="http://schemas.microsoft.com/office/drawing/2014/main" id="{907796BE-150E-0642-8AB1-CBCDC361C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2232277"/>
              </p:ext>
            </p:extLst>
          </p:nvPr>
        </p:nvGraphicFramePr>
        <p:xfrm>
          <a:off x="3708400" y="4528078"/>
          <a:ext cx="3733800" cy="1676400"/>
        </p:xfrm>
        <a:graphic>
          <a:graphicData uri="http://schemas.openxmlformats.org/drawingml/2006/table">
            <a:tbl>
              <a:tblPr/>
              <a:tblGrid>
                <a:gridCol w="373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8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pages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Index pages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Overflow pages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616" name="AutoShape 15">
            <a:extLst>
              <a:ext uri="{FF2B5EF4-FFF2-40B4-BE49-F238E27FC236}">
                <a16:creationId xmlns:a16="http://schemas.microsoft.com/office/drawing/2014/main" id="{1E1D1CFE-A5C7-D840-8AD4-0449018CEAC6}"/>
              </a:ext>
            </a:extLst>
          </p:cNvPr>
          <p:cNvSpPr>
            <a:spLocks/>
          </p:cNvSpPr>
          <p:nvPr/>
        </p:nvSpPr>
        <p:spPr bwMode="auto">
          <a:xfrm>
            <a:off x="7594600" y="4528078"/>
            <a:ext cx="685800" cy="1676400"/>
          </a:xfrm>
          <a:prstGeom prst="rightBrace">
            <a:avLst>
              <a:gd name="adj1" fmla="val 2037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/>
          </a:p>
        </p:txBody>
      </p:sp>
      <p:sp>
        <p:nvSpPr>
          <p:cNvPr id="25617" name="Text Box 16">
            <a:extLst>
              <a:ext uri="{FF2B5EF4-FFF2-40B4-BE49-F238E27FC236}">
                <a16:creationId xmlns:a16="http://schemas.microsoft.com/office/drawing/2014/main" id="{7C5D9D06-AB4A-F043-91F8-05BEE7077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2800" y="4756679"/>
            <a:ext cx="143340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ISAM</a:t>
            </a:r>
          </a:p>
          <a:p>
            <a:pPr eaLnBrk="1" hangingPunct="1"/>
            <a:r>
              <a:rPr lang="en-US" altLang="en-PR"/>
              <a:t>File</a:t>
            </a:r>
          </a:p>
          <a:p>
            <a:pPr eaLnBrk="1" hangingPunct="1"/>
            <a:r>
              <a:rPr lang="en-US" altLang="en-PR"/>
              <a:t>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Date Placeholder 2">
            <a:extLst>
              <a:ext uri="{FF2B5EF4-FFF2-40B4-BE49-F238E27FC236}">
                <a16:creationId xmlns:a16="http://schemas.microsoft.com/office/drawing/2014/main" id="{832C7252-914F-9549-881C-E8F91E0B946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27650" name="Footer Placeholder 3">
            <a:extLst>
              <a:ext uri="{FF2B5EF4-FFF2-40B4-BE49-F238E27FC236}">
                <a16:creationId xmlns:a16="http://schemas.microsoft.com/office/drawing/2014/main" id="{C9C6C985-18FE-BE42-BFE8-18345D6BB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27651" name="Slide Number Placeholder 4">
            <a:extLst>
              <a:ext uri="{FF2B5EF4-FFF2-40B4-BE49-F238E27FC236}">
                <a16:creationId xmlns:a16="http://schemas.microsoft.com/office/drawing/2014/main" id="{1D85C375-DF39-544C-8783-DF5068DFC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C3FD18-02CD-A944-8384-DF9C4ECAD300}" type="slidenum">
              <a:rPr lang="en-US" altLang="en-PR" sz="1400">
                <a:latin typeface="Times New Roman" panose="02020603050405020304" pitchFamily="18" charset="0"/>
              </a:rPr>
              <a:pPr/>
              <a:t>16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74434" name="Rectangle 2">
            <a:extLst>
              <a:ext uri="{FF2B5EF4-FFF2-40B4-BE49-F238E27FC236}">
                <a16:creationId xmlns:a16="http://schemas.microsoft.com/office/drawing/2014/main" id="{02D0CAD4-D7F6-EB4C-B136-6EDB40C36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ISAM Tree After a few insertions</a:t>
            </a:r>
          </a:p>
        </p:txBody>
      </p:sp>
      <p:graphicFrame>
        <p:nvGraphicFramePr>
          <p:cNvPr id="274435" name="Group 3">
            <a:extLst>
              <a:ext uri="{FF2B5EF4-FFF2-40B4-BE49-F238E27FC236}">
                <a16:creationId xmlns:a16="http://schemas.microsoft.com/office/drawing/2014/main" id="{A82D4439-378E-1D4C-A5FD-2F5DEB3ED1D8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4267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443" name="Group 11">
            <a:extLst>
              <a:ext uri="{FF2B5EF4-FFF2-40B4-BE49-F238E27FC236}">
                <a16:creationId xmlns:a16="http://schemas.microsoft.com/office/drawing/2014/main" id="{DE4FC4DE-CEF1-E746-A56C-71375AFB755B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4267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451" name="Group 19">
            <a:extLst>
              <a:ext uri="{FF2B5EF4-FFF2-40B4-BE49-F238E27FC236}">
                <a16:creationId xmlns:a16="http://schemas.microsoft.com/office/drawing/2014/main" id="{375D3322-AD6A-7644-A64A-FAB7D9C89CCB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4267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459" name="Group 27">
            <a:extLst>
              <a:ext uri="{FF2B5EF4-FFF2-40B4-BE49-F238E27FC236}">
                <a16:creationId xmlns:a16="http://schemas.microsoft.com/office/drawing/2014/main" id="{B462A8E4-C863-7847-A7B3-BB9794440BA3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4267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467" name="Group 35">
            <a:extLst>
              <a:ext uri="{FF2B5EF4-FFF2-40B4-BE49-F238E27FC236}">
                <a16:creationId xmlns:a16="http://schemas.microsoft.com/office/drawing/2014/main" id="{5974162D-AFE8-644D-9A04-F1022B2F2AAF}"/>
              </a:ext>
            </a:extLst>
          </p:cNvPr>
          <p:cNvGraphicFramePr>
            <a:graphicFrameLocks noGrp="1"/>
          </p:cNvGraphicFramePr>
          <p:nvPr/>
        </p:nvGraphicFramePr>
        <p:xfrm>
          <a:off x="7696200" y="4267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475" name="Group 43">
            <a:extLst>
              <a:ext uri="{FF2B5EF4-FFF2-40B4-BE49-F238E27FC236}">
                <a16:creationId xmlns:a16="http://schemas.microsoft.com/office/drawing/2014/main" id="{4AD5DC9B-014C-F44D-BF3C-3E4D7D44D074}"/>
              </a:ext>
            </a:extLst>
          </p:cNvPr>
          <p:cNvGraphicFramePr>
            <a:graphicFrameLocks noGrp="1"/>
          </p:cNvGraphicFramePr>
          <p:nvPr/>
        </p:nvGraphicFramePr>
        <p:xfrm>
          <a:off x="9067800" y="4267200"/>
          <a:ext cx="1143000" cy="5080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483" name="Group 51">
            <a:extLst>
              <a:ext uri="{FF2B5EF4-FFF2-40B4-BE49-F238E27FC236}">
                <a16:creationId xmlns:a16="http://schemas.microsoft.com/office/drawing/2014/main" id="{8CFFC7EF-1BA4-C64F-8710-C6517D1DC0FB}"/>
              </a:ext>
            </a:extLst>
          </p:cNvPr>
          <p:cNvGraphicFramePr>
            <a:graphicFrameLocks noGrp="1"/>
          </p:cNvGraphicFramePr>
          <p:nvPr/>
        </p:nvGraphicFramePr>
        <p:xfrm>
          <a:off x="3124200" y="28194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497" name="Group 65">
            <a:extLst>
              <a:ext uri="{FF2B5EF4-FFF2-40B4-BE49-F238E27FC236}">
                <a16:creationId xmlns:a16="http://schemas.microsoft.com/office/drawing/2014/main" id="{495AA875-4ACA-AA47-876D-C4CB6A29CF29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28194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511" name="Group 79">
            <a:extLst>
              <a:ext uri="{FF2B5EF4-FFF2-40B4-BE49-F238E27FC236}">
                <a16:creationId xmlns:a16="http://schemas.microsoft.com/office/drawing/2014/main" id="{FDC6936A-12BF-D647-B6CE-514A9DDE3566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371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743" name="Line 93">
            <a:extLst>
              <a:ext uri="{FF2B5EF4-FFF2-40B4-BE49-F238E27FC236}">
                <a16:creationId xmlns:a16="http://schemas.microsoft.com/office/drawing/2014/main" id="{4CAA78FF-7C4C-DD46-99FF-6EAC41DC54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1752600"/>
            <a:ext cx="9906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4" name="Line 94">
            <a:extLst>
              <a:ext uri="{FF2B5EF4-FFF2-40B4-BE49-F238E27FC236}">
                <a16:creationId xmlns:a16="http://schemas.microsoft.com/office/drawing/2014/main" id="{C519781F-C958-FC4D-8D3B-45BBE3CEA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1752600"/>
            <a:ext cx="2057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5" name="Line 95">
            <a:extLst>
              <a:ext uri="{FF2B5EF4-FFF2-40B4-BE49-F238E27FC236}">
                <a16:creationId xmlns:a16="http://schemas.microsoft.com/office/drawing/2014/main" id="{265B7C75-6EBE-F842-8507-69F75D1A23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3200400"/>
            <a:ext cx="9906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6" name="Line 96">
            <a:extLst>
              <a:ext uri="{FF2B5EF4-FFF2-40B4-BE49-F238E27FC236}">
                <a16:creationId xmlns:a16="http://schemas.microsoft.com/office/drawing/2014/main" id="{56C8E9B2-8BD1-F246-9BF1-587E692B78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3200400"/>
            <a:ext cx="152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7" name="Line 97">
            <a:extLst>
              <a:ext uri="{FF2B5EF4-FFF2-40B4-BE49-F238E27FC236}">
                <a16:creationId xmlns:a16="http://schemas.microsoft.com/office/drawing/2014/main" id="{9E7F5439-D14F-F741-9325-0CC26B2FD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3200400"/>
            <a:ext cx="533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8" name="Line 98">
            <a:extLst>
              <a:ext uri="{FF2B5EF4-FFF2-40B4-BE49-F238E27FC236}">
                <a16:creationId xmlns:a16="http://schemas.microsoft.com/office/drawing/2014/main" id="{983615E5-731E-1243-B425-7BA6966455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200400"/>
            <a:ext cx="4572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9" name="Line 99">
            <a:extLst>
              <a:ext uri="{FF2B5EF4-FFF2-40B4-BE49-F238E27FC236}">
                <a16:creationId xmlns:a16="http://schemas.microsoft.com/office/drawing/2014/main" id="{BC9E2647-4C2D-A24C-BABB-BE59BBB4E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200400"/>
            <a:ext cx="1524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0" name="Line 100">
            <a:extLst>
              <a:ext uri="{FF2B5EF4-FFF2-40B4-BE49-F238E27FC236}">
                <a16:creationId xmlns:a16="http://schemas.microsoft.com/office/drawing/2014/main" id="{3E247627-D3F3-3448-B666-4BDAAF664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3276600"/>
            <a:ext cx="6858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74533" name="Group 101">
            <a:extLst>
              <a:ext uri="{FF2B5EF4-FFF2-40B4-BE49-F238E27FC236}">
                <a16:creationId xmlns:a16="http://schemas.microsoft.com/office/drawing/2014/main" id="{262C0B89-8B1B-E64A-AB21-20D990491FF6}"/>
              </a:ext>
            </a:extLst>
          </p:cNvPr>
          <p:cNvGraphicFramePr>
            <a:graphicFrameLocks noGrp="1"/>
          </p:cNvGraphicFramePr>
          <p:nvPr/>
        </p:nvGraphicFramePr>
        <p:xfrm>
          <a:off x="3429000" y="5334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759" name="Line 109">
            <a:extLst>
              <a:ext uri="{FF2B5EF4-FFF2-40B4-BE49-F238E27FC236}">
                <a16:creationId xmlns:a16="http://schemas.microsoft.com/office/drawing/2014/main" id="{A1609008-2BDF-964E-BFB0-6690D2D31B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48006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74542" name="Group 110">
            <a:extLst>
              <a:ext uri="{FF2B5EF4-FFF2-40B4-BE49-F238E27FC236}">
                <a16:creationId xmlns:a16="http://schemas.microsoft.com/office/drawing/2014/main" id="{1C77DCDB-564D-FA41-A6BD-D5ACFD27B59D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5257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563" name="Group 131">
            <a:extLst>
              <a:ext uri="{FF2B5EF4-FFF2-40B4-BE49-F238E27FC236}">
                <a16:creationId xmlns:a16="http://schemas.microsoft.com/office/drawing/2014/main" id="{88BC7278-6ED9-0F40-AF5E-5738B7BEE466}"/>
              </a:ext>
            </a:extLst>
          </p:cNvPr>
          <p:cNvGraphicFramePr>
            <a:graphicFrameLocks noGrp="1"/>
          </p:cNvGraphicFramePr>
          <p:nvPr/>
        </p:nvGraphicFramePr>
        <p:xfrm>
          <a:off x="8001000" y="5334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776" name="Line 126">
            <a:extLst>
              <a:ext uri="{FF2B5EF4-FFF2-40B4-BE49-F238E27FC236}">
                <a16:creationId xmlns:a16="http://schemas.microsoft.com/office/drawing/2014/main" id="{E3C7E93B-5611-7E43-96C1-1C5705E704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47244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77" name="Line 127">
            <a:extLst>
              <a:ext uri="{FF2B5EF4-FFF2-40B4-BE49-F238E27FC236}">
                <a16:creationId xmlns:a16="http://schemas.microsoft.com/office/drawing/2014/main" id="{6F49E3CA-A089-5449-8446-5AE18A4B5C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56388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78" name="Text Box 129">
            <a:extLst>
              <a:ext uri="{FF2B5EF4-FFF2-40B4-BE49-F238E27FC236}">
                <a16:creationId xmlns:a16="http://schemas.microsoft.com/office/drawing/2014/main" id="{A4D2E194-8783-1546-9BB6-329677E66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9926" y="1258889"/>
            <a:ext cx="206659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Insertions:</a:t>
            </a:r>
          </a:p>
          <a:p>
            <a:pPr eaLnBrk="1" hangingPunct="1"/>
            <a:r>
              <a:rPr lang="en-US" altLang="en-PR"/>
              <a:t>23, 48, 41, 42</a:t>
            </a:r>
          </a:p>
        </p:txBody>
      </p:sp>
      <p:sp>
        <p:nvSpPr>
          <p:cNvPr id="27779" name="Text Box 132">
            <a:extLst>
              <a:ext uri="{FF2B5EF4-FFF2-40B4-BE49-F238E27FC236}">
                <a16:creationId xmlns:a16="http://schemas.microsoft.com/office/drawing/2014/main" id="{02F52166-8A73-8D42-8C56-370DF5C0C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0064" y="5029200"/>
            <a:ext cx="1277937" cy="71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2000" b="1"/>
              <a:t>Overflow</a:t>
            </a:r>
          </a:p>
          <a:p>
            <a:pPr eaLnBrk="1" hangingPunct="1"/>
            <a:r>
              <a:rPr lang="en-US" altLang="en-PR" sz="2000" b="1"/>
              <a:t>page</a:t>
            </a:r>
          </a:p>
        </p:txBody>
      </p:sp>
      <p:sp>
        <p:nvSpPr>
          <p:cNvPr id="27780" name="Freeform 139">
            <a:extLst>
              <a:ext uri="{FF2B5EF4-FFF2-40B4-BE49-F238E27FC236}">
                <a16:creationId xmlns:a16="http://schemas.microsoft.com/office/drawing/2014/main" id="{C5802164-1B05-4A4A-9494-1E4BF259B3FB}"/>
              </a:ext>
            </a:extLst>
          </p:cNvPr>
          <p:cNvSpPr>
            <a:spLocks/>
          </p:cNvSpPr>
          <p:nvPr/>
        </p:nvSpPr>
        <p:spPr bwMode="auto">
          <a:xfrm>
            <a:off x="8458200" y="5791200"/>
            <a:ext cx="1485900" cy="342900"/>
          </a:xfrm>
          <a:custGeom>
            <a:avLst/>
            <a:gdLst>
              <a:gd name="T0" fmla="*/ 1447800 w 936"/>
              <a:gd name="T1" fmla="*/ 0 h 216"/>
              <a:gd name="T2" fmla="*/ 1447800 w 936"/>
              <a:gd name="T3" fmla="*/ 76200 h 216"/>
              <a:gd name="T4" fmla="*/ 1371600 w 936"/>
              <a:gd name="T5" fmla="*/ 228600 h 216"/>
              <a:gd name="T6" fmla="*/ 762000 w 936"/>
              <a:gd name="T7" fmla="*/ 304800 h 216"/>
              <a:gd name="T8" fmla="*/ 152400 w 936"/>
              <a:gd name="T9" fmla="*/ 304800 h 216"/>
              <a:gd name="T10" fmla="*/ 0 w 936"/>
              <a:gd name="T11" fmla="*/ 76200 h 21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936" h="216">
                <a:moveTo>
                  <a:pt x="912" y="0"/>
                </a:moveTo>
                <a:cubicBezTo>
                  <a:pt x="916" y="12"/>
                  <a:pt x="920" y="24"/>
                  <a:pt x="912" y="48"/>
                </a:cubicBezTo>
                <a:cubicBezTo>
                  <a:pt x="904" y="72"/>
                  <a:pt x="936" y="120"/>
                  <a:pt x="864" y="144"/>
                </a:cubicBezTo>
                <a:cubicBezTo>
                  <a:pt x="792" y="168"/>
                  <a:pt x="608" y="184"/>
                  <a:pt x="480" y="192"/>
                </a:cubicBezTo>
                <a:cubicBezTo>
                  <a:pt x="352" y="200"/>
                  <a:pt x="176" y="216"/>
                  <a:pt x="96" y="192"/>
                </a:cubicBezTo>
                <a:cubicBezTo>
                  <a:pt x="16" y="168"/>
                  <a:pt x="8" y="108"/>
                  <a:pt x="0" y="48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Date Placeholder 3">
            <a:extLst>
              <a:ext uri="{FF2B5EF4-FFF2-40B4-BE49-F238E27FC236}">
                <a16:creationId xmlns:a16="http://schemas.microsoft.com/office/drawing/2014/main" id="{FC7111AD-B7F9-AA45-AD6E-AD2AAF20294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29698" name="Footer Placeholder 4">
            <a:extLst>
              <a:ext uri="{FF2B5EF4-FFF2-40B4-BE49-F238E27FC236}">
                <a16:creationId xmlns:a16="http://schemas.microsoft.com/office/drawing/2014/main" id="{8CABFEF6-0462-0F42-88CD-DFC4499DC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29699" name="Slide Number Placeholder 5">
            <a:extLst>
              <a:ext uri="{FF2B5EF4-FFF2-40B4-BE49-F238E27FC236}">
                <a16:creationId xmlns:a16="http://schemas.microsoft.com/office/drawing/2014/main" id="{C6DF9B4D-78FC-FC4A-ACD6-6AF8A0A5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18BB02-A8A7-EB4F-9BD1-21E9C77395C1}" type="slidenum">
              <a:rPr lang="en-US" altLang="en-PR" sz="1400">
                <a:latin typeface="Times New Roman" panose="02020603050405020304" pitchFamily="18" charset="0"/>
              </a:rPr>
              <a:pPr/>
              <a:t>17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67266" name="Rectangle 2">
            <a:extLst>
              <a:ext uri="{FF2B5EF4-FFF2-40B4-BE49-F238E27FC236}">
                <a16:creationId xmlns:a16="http://schemas.microsoft.com/office/drawing/2014/main" id="{E63AA063-B044-1845-A47B-22EEAF6D4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Search Algorithms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0CB18C72-E864-4F47-8040-D30C0BDEC3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nodeptr find(search key K){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return find_aux(root, K);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PR" sz="200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nodeptr find_aux(nodeptr P, key K){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if P is a leaf then return P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else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	if (k &lt; K1) then return find_aux(node_ptr.P0, K);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	else if (k &gt;= Km) then return find_aux(node_ptr.Pm, k);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	else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		find Ki such that Ki &lt;= K &lt; Ki+1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		return find_aux(node_ptr.Pi, k);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PR" sz="2000"/>
              <a:t>}</a:t>
            </a:r>
          </a:p>
        </p:txBody>
      </p:sp>
      <p:graphicFrame>
        <p:nvGraphicFramePr>
          <p:cNvPr id="2" name="Group 26">
            <a:extLst>
              <a:ext uri="{FF2B5EF4-FFF2-40B4-BE49-F238E27FC236}">
                <a16:creationId xmlns:a16="http://schemas.microsoft.com/office/drawing/2014/main" id="{22B2A3F9-F23A-93E6-A292-20F105F3A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315416"/>
              </p:ext>
            </p:extLst>
          </p:nvPr>
        </p:nvGraphicFramePr>
        <p:xfrm>
          <a:off x="4612432" y="1979450"/>
          <a:ext cx="6400800" cy="889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89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Date Placeholder 3">
            <a:extLst>
              <a:ext uri="{FF2B5EF4-FFF2-40B4-BE49-F238E27FC236}">
                <a16:creationId xmlns:a16="http://schemas.microsoft.com/office/drawing/2014/main" id="{8E534F7B-CF57-C342-AF37-00572720F59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31746" name="Footer Placeholder 4">
            <a:extLst>
              <a:ext uri="{FF2B5EF4-FFF2-40B4-BE49-F238E27FC236}">
                <a16:creationId xmlns:a16="http://schemas.microsoft.com/office/drawing/2014/main" id="{1D153557-7526-3C45-AD02-863D00B43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35372321-1A67-1048-AD7F-F0320B93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B3215C-C5DD-B749-9EAC-7AD5F6ABBB9F}" type="slidenum">
              <a:rPr lang="en-US" altLang="en-PR" sz="1400">
                <a:latin typeface="Times New Roman" panose="02020603050405020304" pitchFamily="18" charset="0"/>
              </a:rPr>
              <a:pPr/>
              <a:t>18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71362" name="Rectangle 2">
            <a:extLst>
              <a:ext uri="{FF2B5EF4-FFF2-40B4-BE49-F238E27FC236}">
                <a16:creationId xmlns:a16="http://schemas.microsoft.com/office/drawing/2014/main" id="{7665ECAA-47C1-3C4F-B614-E97A243A56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Search Algorithm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7D560EE7-026B-4A4A-B2FC-233EF117A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PR"/>
              <a:t>Above algorithms just finds a pointer to the page where record </a:t>
            </a:r>
            <a:r>
              <a:rPr lang="en-US" altLang="en-PR" b="1"/>
              <a:t>might be</a:t>
            </a:r>
          </a:p>
          <a:p>
            <a:pPr eaLnBrk="1" hangingPunct="1"/>
            <a:r>
              <a:rPr lang="en-US" altLang="en-PR"/>
              <a:t>Once we get the pointer, </a:t>
            </a:r>
            <a:r>
              <a:rPr lang="en-US" altLang="en-PR" b="1"/>
              <a:t>need to search the value inside the page</a:t>
            </a:r>
          </a:p>
          <a:p>
            <a:pPr lvl="1" eaLnBrk="1" hangingPunct="1"/>
            <a:r>
              <a:rPr lang="en-US" altLang="en-PR"/>
              <a:t>Use either sequential or binary search</a:t>
            </a:r>
          </a:p>
          <a:p>
            <a:pPr eaLnBrk="1" hangingPunct="1"/>
            <a:r>
              <a:rPr lang="en-US" altLang="en-PR"/>
              <a:t>If overflow pages exists, need to traverse them</a:t>
            </a:r>
          </a:p>
          <a:p>
            <a:pPr lvl="1" eaLnBrk="1" hangingPunct="1"/>
            <a:r>
              <a:rPr lang="en-US" altLang="en-PR"/>
              <a:t>Lots of overflow pages mean more I/Os</a:t>
            </a:r>
          </a:p>
          <a:p>
            <a:pPr eaLnBrk="1" hangingPunct="1"/>
            <a:r>
              <a:rPr lang="en-US" altLang="en-PR"/>
              <a:t>Here need to understand the format of the page</a:t>
            </a:r>
          </a:p>
          <a:p>
            <a:pPr lvl="1" eaLnBrk="1" hangingPunct="1"/>
            <a:r>
              <a:rPr lang="en-US" altLang="en-PR"/>
              <a:t>Determine the how to locate the record</a:t>
            </a:r>
          </a:p>
          <a:p>
            <a:pPr eaLnBrk="1" hangingPunct="1"/>
            <a:r>
              <a:rPr lang="en-US" altLang="en-PR"/>
              <a:t>If a range query is issued need to travel adjacent pages to get the appropriate values</a:t>
            </a:r>
          </a:p>
          <a:p>
            <a:pPr eaLnBrk="1" hangingPunct="1"/>
            <a:endParaRPr lang="en-US" altLang="en-P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Date Placeholder 3">
            <a:extLst>
              <a:ext uri="{FF2B5EF4-FFF2-40B4-BE49-F238E27FC236}">
                <a16:creationId xmlns:a16="http://schemas.microsoft.com/office/drawing/2014/main" id="{4D98819C-2526-E043-AC09-C593FEBFD1D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33794" name="Footer Placeholder 4">
            <a:extLst>
              <a:ext uri="{FF2B5EF4-FFF2-40B4-BE49-F238E27FC236}">
                <a16:creationId xmlns:a16="http://schemas.microsoft.com/office/drawing/2014/main" id="{6401337B-28FD-EE41-8EF9-3E866E54B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33795" name="Slide Number Placeholder 5">
            <a:extLst>
              <a:ext uri="{FF2B5EF4-FFF2-40B4-BE49-F238E27FC236}">
                <a16:creationId xmlns:a16="http://schemas.microsoft.com/office/drawing/2014/main" id="{BFA16B38-8F44-674D-B5EA-659BD9283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1EFC55-A5D2-E846-AA0C-B66414296B17}" type="slidenum">
              <a:rPr lang="en-US" altLang="en-PR" sz="1400">
                <a:latin typeface="Times New Roman" panose="02020603050405020304" pitchFamily="18" charset="0"/>
              </a:rPr>
              <a:pPr/>
              <a:t>19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70338" name="Rectangle 2">
            <a:extLst>
              <a:ext uri="{FF2B5EF4-FFF2-40B4-BE49-F238E27FC236}">
                <a16:creationId xmlns:a16="http://schemas.microsoft.com/office/drawing/2014/main" id="{21A245A4-3EBF-7348-A78E-C2567DFD0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Insertion and Deletion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0E0B535C-5227-AD4A-B505-24FADF907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R"/>
              <a:t>Use search algorithm to find the page where the record(s) should go</a:t>
            </a:r>
          </a:p>
          <a:p>
            <a:pPr eaLnBrk="1" hangingPunct="1"/>
            <a:r>
              <a:rPr lang="en-US" altLang="en-PR"/>
              <a:t>Then within this page</a:t>
            </a:r>
          </a:p>
          <a:p>
            <a:pPr lvl="1" eaLnBrk="1" hangingPunct="1"/>
            <a:r>
              <a:rPr lang="en-US" altLang="en-PR"/>
              <a:t>Insert the record</a:t>
            </a:r>
          </a:p>
          <a:p>
            <a:pPr lvl="1" eaLnBrk="1" hangingPunct="1"/>
            <a:r>
              <a:rPr lang="en-US" altLang="en-PR"/>
              <a:t>Delete the record</a:t>
            </a:r>
          </a:p>
          <a:p>
            <a:pPr eaLnBrk="1" hangingPunct="1"/>
            <a:r>
              <a:rPr lang="en-US" altLang="en-PR"/>
              <a:t>If not found, then if there are overflow pages, </a:t>
            </a:r>
          </a:p>
          <a:p>
            <a:pPr lvl="1" eaLnBrk="1" hangingPunct="1"/>
            <a:r>
              <a:rPr lang="en-US" altLang="en-PR"/>
              <a:t>Repeat this process on the overflow page</a:t>
            </a:r>
          </a:p>
          <a:p>
            <a:pPr lvl="1" eaLnBrk="1" hangingPunct="1"/>
            <a:endParaRPr lang="en-US" altLang="en-P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Date Placeholder 3">
            <a:extLst>
              <a:ext uri="{FF2B5EF4-FFF2-40B4-BE49-F238E27FC236}">
                <a16:creationId xmlns:a16="http://schemas.microsoft.com/office/drawing/2014/main" id="{4CF3C608-C4FD-A04F-8EC4-99E3275F69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35842" name="Footer Placeholder 4">
            <a:extLst>
              <a:ext uri="{FF2B5EF4-FFF2-40B4-BE49-F238E27FC236}">
                <a16:creationId xmlns:a16="http://schemas.microsoft.com/office/drawing/2014/main" id="{037FB57A-5E7F-C148-A7A9-E48D39917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35843" name="Slide Number Placeholder 5">
            <a:extLst>
              <a:ext uri="{FF2B5EF4-FFF2-40B4-BE49-F238E27FC236}">
                <a16:creationId xmlns:a16="http://schemas.microsoft.com/office/drawing/2014/main" id="{5ACFBF9F-F23A-CE43-BEC7-5C23B5FB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906EBA-1C66-F441-804D-F3BA72644C7B}" type="slidenum">
              <a:rPr lang="en-US" altLang="en-PR" sz="1400">
                <a:latin typeface="Times New Roman" panose="02020603050405020304" pitchFamily="18" charset="0"/>
              </a:rPr>
              <a:pPr/>
              <a:t>20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66242" name="Rectangle 2">
            <a:extLst>
              <a:ext uri="{FF2B5EF4-FFF2-40B4-BE49-F238E27FC236}">
                <a16:creationId xmlns:a16="http://schemas.microsoft.com/office/drawing/2014/main" id="{FB82BAFC-7C12-5B47-BF12-F79F4A6FA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Some Issues</a:t>
            </a: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2E0A0443-8267-5B46-AAE6-D0C70C6DA6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R"/>
              <a:t>Fan out</a:t>
            </a:r>
          </a:p>
          <a:p>
            <a:pPr lvl="1" eaLnBrk="1" hangingPunct="1"/>
            <a:r>
              <a:rPr lang="en-US" altLang="en-PR"/>
              <a:t>Number of entries in the data pages</a:t>
            </a:r>
          </a:p>
          <a:p>
            <a:pPr lvl="1" eaLnBrk="1" hangingPunct="1"/>
            <a:r>
              <a:rPr lang="en-US" altLang="en-PR"/>
              <a:t>Fixed at file creation</a:t>
            </a:r>
          </a:p>
          <a:p>
            <a:pPr lvl="1" eaLnBrk="1" hangingPunct="1"/>
            <a:r>
              <a:rPr lang="en-US" altLang="en-PR"/>
              <a:t>Often used in the hundreds</a:t>
            </a:r>
          </a:p>
          <a:p>
            <a:pPr eaLnBrk="1" hangingPunct="1"/>
            <a:r>
              <a:rPr lang="en-US" altLang="en-PR"/>
              <a:t>Each node has</a:t>
            </a:r>
          </a:p>
          <a:p>
            <a:pPr lvl="1" eaLnBrk="1" hangingPunct="1"/>
            <a:r>
              <a:rPr lang="en-US" altLang="en-PR"/>
              <a:t>N keys</a:t>
            </a:r>
          </a:p>
          <a:p>
            <a:pPr lvl="1" eaLnBrk="1" hangingPunct="1"/>
            <a:r>
              <a:rPr lang="en-US" altLang="en-PR"/>
              <a:t>N + 1 pointers</a:t>
            </a:r>
          </a:p>
          <a:p>
            <a:pPr eaLnBrk="1" hangingPunct="1"/>
            <a:r>
              <a:rPr lang="en-US" altLang="en-PR"/>
              <a:t>Oftern, ISAM is built on an existing group of records</a:t>
            </a:r>
          </a:p>
          <a:p>
            <a:pPr lvl="1" eaLnBrk="1" hangingPunct="1"/>
            <a:r>
              <a:rPr lang="en-US" altLang="en-PR"/>
              <a:t>That’s how you determine  number of pages and so forth</a:t>
            </a:r>
          </a:p>
          <a:p>
            <a:pPr eaLnBrk="1" hangingPunct="1"/>
            <a:endParaRPr lang="en-US" altLang="en-P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265758F3-D16E-7D4F-B19E-0EF727C53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B+-trees</a:t>
            </a: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7064779F-1834-C546-8DD1-BECD685113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60004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PR" sz="2400" dirty="0"/>
              <a:t>Dynamic index structure</a:t>
            </a:r>
          </a:p>
          <a:p>
            <a:pPr eaLnBrk="1" hangingPunct="1"/>
            <a:r>
              <a:rPr lang="en-US" altLang="en-PR" sz="2400" dirty="0"/>
              <a:t>Adapts its size and height to the pattern of insertion and deletion.</a:t>
            </a:r>
          </a:p>
          <a:p>
            <a:pPr lvl="1" eaLnBrk="1" hangingPunct="1"/>
            <a:r>
              <a:rPr lang="en-US" altLang="en-PR" sz="2000" dirty="0"/>
              <a:t>Balanced tree because all leaf nodes are at the same height</a:t>
            </a:r>
          </a:p>
          <a:p>
            <a:pPr eaLnBrk="1" hangingPunct="1"/>
            <a:r>
              <a:rPr lang="en-US" altLang="en-PR" sz="2400" dirty="0"/>
              <a:t>No overflow pages (unless duplicates are there)</a:t>
            </a:r>
          </a:p>
          <a:p>
            <a:pPr eaLnBrk="1" hangingPunct="1"/>
            <a:r>
              <a:rPr lang="en-US" altLang="en-PR" sz="2400" dirty="0"/>
              <a:t>Each leaf and internal node has an order</a:t>
            </a:r>
          </a:p>
          <a:p>
            <a:pPr lvl="1" eaLnBrk="1" hangingPunct="1"/>
            <a:r>
              <a:rPr lang="en-US" altLang="en-PR" sz="2000" dirty="0"/>
              <a:t>Capacity of node to hold m keys</a:t>
            </a:r>
          </a:p>
          <a:p>
            <a:pPr lvl="1" eaLnBrk="1" hangingPunct="1"/>
            <a:r>
              <a:rPr lang="en-US" altLang="en-PR" sz="2000" dirty="0"/>
              <a:t>Order d has the property   d &lt;= m &lt;= 2d </a:t>
            </a:r>
          </a:p>
          <a:p>
            <a:pPr lvl="2" eaLnBrk="1" hangingPunct="1"/>
            <a:r>
              <a:rPr lang="en-US" altLang="en-PR" sz="1800" dirty="0"/>
              <a:t>Tree of order 1 has between 1 and 2 keys, and between 2 and tree children.</a:t>
            </a:r>
          </a:p>
          <a:p>
            <a:pPr eaLnBrk="1" hangingPunct="1"/>
            <a:r>
              <a:rPr lang="en-US" altLang="en-PR" sz="2400" dirty="0"/>
              <a:t>Internal nodes have </a:t>
            </a:r>
          </a:p>
          <a:p>
            <a:pPr lvl="1" eaLnBrk="1" hangingPunct="1"/>
            <a:r>
              <a:rPr lang="en-US" altLang="en-PR" sz="2000" dirty="0"/>
              <a:t>Up to m keys</a:t>
            </a:r>
          </a:p>
          <a:p>
            <a:pPr lvl="1" eaLnBrk="1" hangingPunct="1"/>
            <a:r>
              <a:rPr lang="en-US" altLang="en-PR" sz="2000" dirty="0"/>
              <a:t>Up to m+1 pointers to child nodes</a:t>
            </a:r>
          </a:p>
          <a:p>
            <a:pPr eaLnBrk="1" hangingPunct="1"/>
            <a:r>
              <a:rPr lang="en-US" altLang="en-PR" sz="2400" dirty="0"/>
              <a:t>Leaf nodes have the data entries</a:t>
            </a:r>
          </a:p>
        </p:txBody>
      </p:sp>
      <p:sp>
        <p:nvSpPr>
          <p:cNvPr id="37889" name="Date Placeholder 3">
            <a:extLst>
              <a:ext uri="{FF2B5EF4-FFF2-40B4-BE49-F238E27FC236}">
                <a16:creationId xmlns:a16="http://schemas.microsoft.com/office/drawing/2014/main" id="{464E4B29-E303-3B4B-B3ED-3B16399BB1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37890" name="Footer Placeholder 4">
            <a:extLst>
              <a:ext uri="{FF2B5EF4-FFF2-40B4-BE49-F238E27FC236}">
                <a16:creationId xmlns:a16="http://schemas.microsoft.com/office/drawing/2014/main" id="{2BD520E2-F382-3147-9CC3-B31BB1726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37891" name="Slide Number Placeholder 5">
            <a:extLst>
              <a:ext uri="{FF2B5EF4-FFF2-40B4-BE49-F238E27FC236}">
                <a16:creationId xmlns:a16="http://schemas.microsoft.com/office/drawing/2014/main" id="{0EDAC86E-0EA5-D145-AE59-29165269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696A75-841E-FA48-91AE-E58FCE3907AF}" type="slidenum">
              <a:rPr lang="en-US" altLang="en-PR" sz="1400">
                <a:latin typeface="Times New Roman" panose="02020603050405020304" pitchFamily="18" charset="0"/>
              </a:rPr>
              <a:pPr/>
              <a:t>21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Date Placeholder 3">
            <a:extLst>
              <a:ext uri="{FF2B5EF4-FFF2-40B4-BE49-F238E27FC236}">
                <a16:creationId xmlns:a16="http://schemas.microsoft.com/office/drawing/2014/main" id="{8AA56F79-C894-AE40-B5CE-BBC980E7AD1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39938" name="Footer Placeholder 4">
            <a:extLst>
              <a:ext uri="{FF2B5EF4-FFF2-40B4-BE49-F238E27FC236}">
                <a16:creationId xmlns:a16="http://schemas.microsoft.com/office/drawing/2014/main" id="{C69EA090-F4FB-3340-A8D6-DE92552D3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39939" name="Slide Number Placeholder 5">
            <a:extLst>
              <a:ext uri="{FF2B5EF4-FFF2-40B4-BE49-F238E27FC236}">
                <a16:creationId xmlns:a16="http://schemas.microsoft.com/office/drawing/2014/main" id="{7C62DF2A-47F4-7C43-B36B-11F99A78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F43167-B8DD-1640-9CB2-CF77F11BEC17}" type="slidenum">
              <a:rPr lang="en-US" altLang="en-PR" sz="1400">
                <a:latin typeface="Times New Roman" panose="02020603050405020304" pitchFamily="18" charset="0"/>
              </a:rPr>
              <a:pPr/>
              <a:t>22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292868" name="Rectangle 4">
            <a:extLst>
              <a:ext uri="{FF2B5EF4-FFF2-40B4-BE49-F238E27FC236}">
                <a16:creationId xmlns:a16="http://schemas.microsoft.com/office/drawing/2014/main" id="{9993C43B-4C3B-9644-965C-9BBB1BA8E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Example B+Tree</a:t>
            </a:r>
          </a:p>
        </p:txBody>
      </p:sp>
      <p:sp>
        <p:nvSpPr>
          <p:cNvPr id="39941" name="Rectangle 55">
            <a:extLst>
              <a:ext uri="{FF2B5EF4-FFF2-40B4-BE49-F238E27FC236}">
                <a16:creationId xmlns:a16="http://schemas.microsoft.com/office/drawing/2014/main" id="{FFBB460C-E4A2-0B4A-87D9-A4520BFC6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3886200"/>
            <a:ext cx="7772400" cy="2209800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PR" dirty="0"/>
              <a:t>Internal Nodes have search keys &amp;  pointers to child  nodes </a:t>
            </a:r>
          </a:p>
          <a:p>
            <a:pPr eaLnBrk="1" hangingPunct="1"/>
            <a:r>
              <a:rPr lang="en-US" altLang="en-PR" dirty="0"/>
              <a:t>Data entries have data or pairs of  &lt;search </a:t>
            </a:r>
            <a:r>
              <a:rPr lang="en-US" altLang="en-PR" dirty="0" err="1"/>
              <a:t>key,rid</a:t>
            </a:r>
            <a:r>
              <a:rPr lang="en-US" altLang="en-PR" dirty="0"/>
              <a:t>&gt;</a:t>
            </a:r>
          </a:p>
          <a:p>
            <a:pPr eaLnBrk="1" hangingPunct="1"/>
            <a:r>
              <a:rPr lang="en-US" altLang="en-PR" dirty="0"/>
              <a:t>Data entries are linked in a doubly linked list (permits scan operations easily).</a:t>
            </a:r>
          </a:p>
        </p:txBody>
      </p:sp>
      <p:graphicFrame>
        <p:nvGraphicFramePr>
          <p:cNvPr id="292884" name="Group 20">
            <a:extLst>
              <a:ext uri="{FF2B5EF4-FFF2-40B4-BE49-F238E27FC236}">
                <a16:creationId xmlns:a16="http://schemas.microsoft.com/office/drawing/2014/main" id="{2D75B1E9-430A-9E40-89AF-4FEA5575705B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1905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2898" name="Group 34">
            <a:extLst>
              <a:ext uri="{FF2B5EF4-FFF2-40B4-BE49-F238E27FC236}">
                <a16:creationId xmlns:a16="http://schemas.microsoft.com/office/drawing/2014/main" id="{C5ACE587-EA89-FC43-B2F8-7BDA77BB31E2}"/>
              </a:ext>
            </a:extLst>
          </p:cNvPr>
          <p:cNvGraphicFramePr>
            <a:graphicFrameLocks noGrp="1"/>
          </p:cNvGraphicFramePr>
          <p:nvPr/>
        </p:nvGraphicFramePr>
        <p:xfrm>
          <a:off x="4114800" y="3200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2906" name="Group 42">
            <a:extLst>
              <a:ext uri="{FF2B5EF4-FFF2-40B4-BE49-F238E27FC236}">
                <a16:creationId xmlns:a16="http://schemas.microsoft.com/office/drawing/2014/main" id="{79C2EDCE-488D-024E-B86B-AABE1448D97F}"/>
              </a:ext>
            </a:extLst>
          </p:cNvPr>
          <p:cNvGraphicFramePr>
            <a:graphicFrameLocks noGrp="1"/>
          </p:cNvGraphicFramePr>
          <p:nvPr/>
        </p:nvGraphicFramePr>
        <p:xfrm>
          <a:off x="6019800" y="3200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972" name="Text Box 50">
            <a:extLst>
              <a:ext uri="{FF2B5EF4-FFF2-40B4-BE49-F238E27FC236}">
                <a16:creationId xmlns:a16="http://schemas.microsoft.com/office/drawing/2014/main" id="{01C29470-5C58-1C40-905D-E78EA14B6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1" y="1752601"/>
            <a:ext cx="190308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B+ tree with </a:t>
            </a:r>
          </a:p>
          <a:p>
            <a:pPr eaLnBrk="1" hangingPunct="1"/>
            <a:r>
              <a:rPr lang="en-US" altLang="en-PR"/>
              <a:t>fan out of 2</a:t>
            </a:r>
          </a:p>
        </p:txBody>
      </p:sp>
      <p:sp>
        <p:nvSpPr>
          <p:cNvPr id="39973" name="Line 51">
            <a:extLst>
              <a:ext uri="{FF2B5EF4-FFF2-40B4-BE49-F238E27FC236}">
                <a16:creationId xmlns:a16="http://schemas.microsoft.com/office/drawing/2014/main" id="{5DEC98B2-DF5D-DF4E-80B0-26C278EFF0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2514600"/>
            <a:ext cx="4572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4" name="Line 52">
            <a:extLst>
              <a:ext uri="{FF2B5EF4-FFF2-40B4-BE49-F238E27FC236}">
                <a16:creationId xmlns:a16="http://schemas.microsoft.com/office/drawing/2014/main" id="{3186AEC6-8B77-4142-8BBC-B55ADD2D5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514600"/>
            <a:ext cx="76200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75" name="Line 53">
            <a:extLst>
              <a:ext uri="{FF2B5EF4-FFF2-40B4-BE49-F238E27FC236}">
                <a16:creationId xmlns:a16="http://schemas.microsoft.com/office/drawing/2014/main" id="{34711888-37E7-BB4E-861B-E4E280796AB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505200"/>
            <a:ext cx="762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Date Placeholder 3">
            <a:extLst>
              <a:ext uri="{FF2B5EF4-FFF2-40B4-BE49-F238E27FC236}">
                <a16:creationId xmlns:a16="http://schemas.microsoft.com/office/drawing/2014/main" id="{5D8D6DBB-A622-AD48-8648-DB8C56A1020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41986" name="Footer Placeholder 4">
            <a:extLst>
              <a:ext uri="{FF2B5EF4-FFF2-40B4-BE49-F238E27FC236}">
                <a16:creationId xmlns:a16="http://schemas.microsoft.com/office/drawing/2014/main" id="{CD3DF0A8-E031-044D-BB22-AD9CC9A0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41987" name="Slide Number Placeholder 5">
            <a:extLst>
              <a:ext uri="{FF2B5EF4-FFF2-40B4-BE49-F238E27FC236}">
                <a16:creationId xmlns:a16="http://schemas.microsoft.com/office/drawing/2014/main" id="{AEA0B1B7-8461-764D-9661-31FFC8C1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E22D9E-B932-C846-9A3C-6E4618A8BBD0}" type="slidenum">
              <a:rPr lang="en-US" altLang="en-PR" sz="1400">
                <a:latin typeface="Times New Roman" panose="02020603050405020304" pitchFamily="18" charset="0"/>
              </a:rPr>
              <a:pPr/>
              <a:t>23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69666" name="Rectangle 2">
            <a:extLst>
              <a:ext uri="{FF2B5EF4-FFF2-40B4-BE49-F238E27FC236}">
                <a16:creationId xmlns:a16="http://schemas.microsoft.com/office/drawing/2014/main" id="{B1623E1F-231E-9A46-A387-47953F687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Example B+tree</a:t>
            </a:r>
          </a:p>
        </p:txBody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01BA18C0-560F-7547-8D00-BF098272F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95800"/>
            <a:ext cx="7772400" cy="16002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PR" altLang="en-PR"/>
          </a:p>
        </p:txBody>
      </p:sp>
      <p:graphicFrame>
        <p:nvGraphicFramePr>
          <p:cNvPr id="369668" name="Group 4">
            <a:extLst>
              <a:ext uri="{FF2B5EF4-FFF2-40B4-BE49-F238E27FC236}">
                <a16:creationId xmlns:a16="http://schemas.microsoft.com/office/drawing/2014/main" id="{A692DD0C-2822-8C47-8C05-1848C169EECC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9682" name="Group 18">
            <a:extLst>
              <a:ext uri="{FF2B5EF4-FFF2-40B4-BE49-F238E27FC236}">
                <a16:creationId xmlns:a16="http://schemas.microsoft.com/office/drawing/2014/main" id="{0474C6A6-9147-7B4F-A25F-5C1D012BAC90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9690" name="Group 26">
            <a:extLst>
              <a:ext uri="{FF2B5EF4-FFF2-40B4-BE49-F238E27FC236}">
                <a16:creationId xmlns:a16="http://schemas.microsoft.com/office/drawing/2014/main" id="{575D5B5F-A137-2041-AFBA-4B129C6779C8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20" name="Line 34">
            <a:extLst>
              <a:ext uri="{FF2B5EF4-FFF2-40B4-BE49-F238E27FC236}">
                <a16:creationId xmlns:a16="http://schemas.microsoft.com/office/drawing/2014/main" id="{68AD3DBB-4F18-154D-AB7A-266AC7225E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1242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21" name="Line 35">
            <a:extLst>
              <a:ext uri="{FF2B5EF4-FFF2-40B4-BE49-F238E27FC236}">
                <a16:creationId xmlns:a16="http://schemas.microsoft.com/office/drawing/2014/main" id="{637472A7-3547-BB4A-AD01-40B11A2F6F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1242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9700" name="Group 36">
            <a:extLst>
              <a:ext uri="{FF2B5EF4-FFF2-40B4-BE49-F238E27FC236}">
                <a16:creationId xmlns:a16="http://schemas.microsoft.com/office/drawing/2014/main" id="{AC979ACF-C47A-054D-94C6-A32D8FAB6477}"/>
              </a:ext>
            </a:extLst>
          </p:cNvPr>
          <p:cNvGraphicFramePr>
            <a:graphicFrameLocks noGrp="1"/>
          </p:cNvGraphicFramePr>
          <p:nvPr/>
        </p:nvGraphicFramePr>
        <p:xfrm>
          <a:off x="81534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30" name="Line 44">
            <a:extLst>
              <a:ext uri="{FF2B5EF4-FFF2-40B4-BE49-F238E27FC236}">
                <a16:creationId xmlns:a16="http://schemas.microsoft.com/office/drawing/2014/main" id="{2CC3D589-3D33-A54B-B9FE-A7C5E225C6B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124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9709" name="Group 45">
            <a:extLst>
              <a:ext uri="{FF2B5EF4-FFF2-40B4-BE49-F238E27FC236}">
                <a16:creationId xmlns:a16="http://schemas.microsoft.com/office/drawing/2014/main" id="{15EF238F-8A1B-1548-82AA-A7DE3B2C5CA9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9717" name="Group 53">
            <a:extLst>
              <a:ext uri="{FF2B5EF4-FFF2-40B4-BE49-F238E27FC236}">
                <a16:creationId xmlns:a16="http://schemas.microsoft.com/office/drawing/2014/main" id="{5CFE4C17-7173-074D-AE01-FACD61307ED3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53" name="Line 67">
            <a:extLst>
              <a:ext uri="{FF2B5EF4-FFF2-40B4-BE49-F238E27FC236}">
                <a16:creationId xmlns:a16="http://schemas.microsoft.com/office/drawing/2014/main" id="{6F3DCEAC-30A9-A74B-A778-4CC5C0DE53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0480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9736" name="Group 72">
            <a:extLst>
              <a:ext uri="{FF2B5EF4-FFF2-40B4-BE49-F238E27FC236}">
                <a16:creationId xmlns:a16="http://schemas.microsoft.com/office/drawing/2014/main" id="{119D5FA5-49EA-A54E-80BA-68DA2333119D}"/>
              </a:ext>
            </a:extLst>
          </p:cNvPr>
          <p:cNvGraphicFramePr>
            <a:graphicFrameLocks noGrp="1"/>
          </p:cNvGraphicFramePr>
          <p:nvPr/>
        </p:nvGraphicFramePr>
        <p:xfrm>
          <a:off x="5791200" y="14478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068" name="Line 86">
            <a:extLst>
              <a:ext uri="{FF2B5EF4-FFF2-40B4-BE49-F238E27FC236}">
                <a16:creationId xmlns:a16="http://schemas.microsoft.com/office/drawing/2014/main" id="{6BACD52A-00A6-244B-B2C2-F4106219E7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057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69" name="Line 87">
            <a:extLst>
              <a:ext uri="{FF2B5EF4-FFF2-40B4-BE49-F238E27FC236}">
                <a16:creationId xmlns:a16="http://schemas.microsoft.com/office/drawing/2014/main" id="{6E215E1F-CAC0-5348-A471-646445ED2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0574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Date Placeholder 3">
            <a:extLst>
              <a:ext uri="{FF2B5EF4-FFF2-40B4-BE49-F238E27FC236}">
                <a16:creationId xmlns:a16="http://schemas.microsoft.com/office/drawing/2014/main" id="{1FFE6726-5EF8-674F-A1DF-E4DB5E52DA5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44034" name="Footer Placeholder 4">
            <a:extLst>
              <a:ext uri="{FF2B5EF4-FFF2-40B4-BE49-F238E27FC236}">
                <a16:creationId xmlns:a16="http://schemas.microsoft.com/office/drawing/2014/main" id="{8AA1D98A-3A51-6E47-8273-F59749F0F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44035" name="Slide Number Placeholder 5">
            <a:extLst>
              <a:ext uri="{FF2B5EF4-FFF2-40B4-BE49-F238E27FC236}">
                <a16:creationId xmlns:a16="http://schemas.microsoft.com/office/drawing/2014/main" id="{4F8B8AC0-E157-BB4E-8DBF-9A3019DD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1CE31A-D29F-F949-AE54-FB26D895AD38}" type="slidenum">
              <a:rPr lang="en-US" altLang="en-PR" sz="1400">
                <a:latin typeface="Times New Roman" panose="02020603050405020304" pitchFamily="18" charset="0"/>
              </a:rPr>
              <a:pPr/>
              <a:t>24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01058" name="Rectangle 2">
            <a:extLst>
              <a:ext uri="{FF2B5EF4-FFF2-40B4-BE49-F238E27FC236}">
                <a16:creationId xmlns:a16="http://schemas.microsoft.com/office/drawing/2014/main" id="{2E248712-9216-8840-9580-0467DC5E2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Search Operation</a:t>
            </a:r>
          </a:p>
        </p:txBody>
      </p:sp>
      <p:sp>
        <p:nvSpPr>
          <p:cNvPr id="44037" name="Rectangle 3">
            <a:extLst>
              <a:ext uri="{FF2B5EF4-FFF2-40B4-BE49-F238E27FC236}">
                <a16:creationId xmlns:a16="http://schemas.microsoft.com/office/drawing/2014/main" id="{94FAF8A6-F922-4E43-A709-7B9BEF545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4894" y="2270125"/>
            <a:ext cx="10515600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PR" sz="2000" dirty="0" err="1"/>
              <a:t>findTuples</a:t>
            </a:r>
            <a:r>
              <a:rPr lang="en-US" altLang="en-PR" sz="2000" dirty="0"/>
              <a:t>(key, </a:t>
            </a:r>
            <a:r>
              <a:rPr lang="en-US" altLang="en-PR" sz="2000" dirty="0" err="1"/>
              <a:t>treeSearch</a:t>
            </a:r>
            <a:r>
              <a:rPr lang="en-US" altLang="en-PR" sz="2000" dirty="0"/>
              <a:t>(</a:t>
            </a:r>
            <a:r>
              <a:rPr lang="en-US" altLang="en-PR" sz="2000" dirty="0" err="1"/>
              <a:t>root,key</a:t>
            </a:r>
            <a:r>
              <a:rPr lang="en-US" altLang="en-PR" sz="2000" dirty="0"/>
              <a:t>));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R" sz="1800" dirty="0"/>
              <a:t>Finds page with tuples with search key and searches tuples</a:t>
            </a:r>
            <a:endParaRPr lang="en-US" altLang="en-PR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 dirty="0"/>
              <a:t>node </a:t>
            </a:r>
            <a:r>
              <a:rPr lang="en-US" altLang="en-PR" sz="2000" dirty="0" err="1"/>
              <a:t>treeSearch</a:t>
            </a:r>
            <a:r>
              <a:rPr lang="en-US" altLang="en-PR" sz="2000" dirty="0"/>
              <a:t>(Node N, Object key)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 dirty="0"/>
              <a:t>	if (N is a leaf)   return N; // find page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 dirty="0"/>
              <a:t>	else if (key &lt; K1) return </a:t>
            </a:r>
            <a:r>
              <a:rPr lang="en-US" altLang="en-PR" sz="2000" dirty="0" err="1"/>
              <a:t>treeSearch</a:t>
            </a:r>
            <a:r>
              <a:rPr lang="en-US" altLang="en-PR" sz="2000" dirty="0"/>
              <a:t>(N.P0, key);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 dirty="0"/>
              <a:t>	else if (key &gt;= Km) return </a:t>
            </a:r>
            <a:r>
              <a:rPr lang="en-US" altLang="en-PR" sz="2000" dirty="0" err="1"/>
              <a:t>treeSearch</a:t>
            </a:r>
            <a:r>
              <a:rPr lang="en-US" altLang="en-PR" sz="2000" dirty="0"/>
              <a:t>(</a:t>
            </a:r>
            <a:r>
              <a:rPr lang="en-US" altLang="en-PR" sz="2000" dirty="0" err="1"/>
              <a:t>N.Pm</a:t>
            </a:r>
            <a:r>
              <a:rPr lang="en-US" altLang="en-PR" sz="2000" dirty="0"/>
              <a:t>, key);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 dirty="0"/>
              <a:t>	else 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 dirty="0"/>
              <a:t>		for each key Ki in N, </a:t>
            </a:r>
            <a:r>
              <a:rPr lang="en-US" altLang="en-PR" sz="2000" dirty="0" err="1"/>
              <a:t>i</a:t>
            </a:r>
            <a:r>
              <a:rPr lang="en-US" altLang="en-PR" sz="2000" dirty="0"/>
              <a:t> &lt;=1 &lt;(m-1)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 dirty="0"/>
              <a:t>			if ((Ki &lt;= key) &amp;&amp; (key &lt; Ki+1))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 dirty="0"/>
              <a:t>				return </a:t>
            </a:r>
            <a:r>
              <a:rPr lang="en-US" altLang="en-PR" sz="2000" dirty="0" err="1"/>
              <a:t>treeSearch</a:t>
            </a:r>
            <a:r>
              <a:rPr lang="en-US" altLang="en-PR" sz="2000" dirty="0"/>
              <a:t>(</a:t>
            </a:r>
            <a:r>
              <a:rPr lang="en-US" altLang="en-PR" sz="2000" dirty="0" err="1"/>
              <a:t>N.Pi</a:t>
            </a:r>
            <a:r>
              <a:rPr lang="en-US" altLang="en-PR" sz="2000" dirty="0"/>
              <a:t>. key);</a:t>
            </a:r>
          </a:p>
        </p:txBody>
      </p:sp>
      <p:graphicFrame>
        <p:nvGraphicFramePr>
          <p:cNvPr id="2" name="Group 26">
            <a:extLst>
              <a:ext uri="{FF2B5EF4-FFF2-40B4-BE49-F238E27FC236}">
                <a16:creationId xmlns:a16="http://schemas.microsoft.com/office/drawing/2014/main" id="{B245D97F-5B70-28F0-E4EE-9EC25745F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829178"/>
              </p:ext>
            </p:extLst>
          </p:nvPr>
        </p:nvGraphicFramePr>
        <p:xfrm>
          <a:off x="5284237" y="1646238"/>
          <a:ext cx="6400800" cy="889000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89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…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P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Date Placeholder 3">
            <a:extLst>
              <a:ext uri="{FF2B5EF4-FFF2-40B4-BE49-F238E27FC236}">
                <a16:creationId xmlns:a16="http://schemas.microsoft.com/office/drawing/2014/main" id="{F40DBAF0-D3BC-4C48-8712-8CE69AA494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46082" name="Footer Placeholder 4">
            <a:extLst>
              <a:ext uri="{FF2B5EF4-FFF2-40B4-BE49-F238E27FC236}">
                <a16:creationId xmlns:a16="http://schemas.microsoft.com/office/drawing/2014/main" id="{2AB14DA2-B71F-FD4A-8B48-E23CC73E4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46083" name="Slide Number Placeholder 5">
            <a:extLst>
              <a:ext uri="{FF2B5EF4-FFF2-40B4-BE49-F238E27FC236}">
                <a16:creationId xmlns:a16="http://schemas.microsoft.com/office/drawing/2014/main" id="{E7A37374-4C83-D442-8FC1-56F110D6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F86DEE-B8DF-A84C-9B28-C23ADB2F2F7F}" type="slidenum">
              <a:rPr lang="en-US" altLang="en-PR" sz="1400">
                <a:latin typeface="Times New Roman" panose="02020603050405020304" pitchFamily="18" charset="0"/>
              </a:rPr>
              <a:pPr/>
              <a:t>25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03108" name="Rectangle 4">
            <a:extLst>
              <a:ext uri="{FF2B5EF4-FFF2-40B4-BE49-F238E27FC236}">
                <a16:creationId xmlns:a16="http://schemas.microsoft.com/office/drawing/2014/main" id="{E886751F-B77D-E54B-9A69-9D2D0AF2F5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Example: Search on B+tree</a:t>
            </a:r>
          </a:p>
        </p:txBody>
      </p:sp>
      <p:sp>
        <p:nvSpPr>
          <p:cNvPr id="46085" name="Rectangle 47">
            <a:extLst>
              <a:ext uri="{FF2B5EF4-FFF2-40B4-BE49-F238E27FC236}">
                <a16:creationId xmlns:a16="http://schemas.microsoft.com/office/drawing/2014/main" id="{31414D29-CC6D-0B4F-96B9-291BE249E6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114800"/>
            <a:ext cx="7772400" cy="1981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PR" sz="2000" dirty="0"/>
              <a:t>Search for 15 and 56 is yields results.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PR" sz="2000" dirty="0"/>
              <a:t>Search for 20 does not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PR" sz="2000" dirty="0"/>
              <a:t>In either case, search reaches leaf level and returns page where data might be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PR" sz="1800" dirty="0"/>
              <a:t>Function find Tuples must use binary or full search within the page to get the actual tuples.</a:t>
            </a:r>
          </a:p>
        </p:txBody>
      </p:sp>
      <p:graphicFrame>
        <p:nvGraphicFramePr>
          <p:cNvPr id="303109" name="Group 5">
            <a:extLst>
              <a:ext uri="{FF2B5EF4-FFF2-40B4-BE49-F238E27FC236}">
                <a16:creationId xmlns:a16="http://schemas.microsoft.com/office/drawing/2014/main" id="{47893E3E-3EA0-624B-B23E-5786D44CF685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16764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3123" name="Group 19">
            <a:extLst>
              <a:ext uri="{FF2B5EF4-FFF2-40B4-BE49-F238E27FC236}">
                <a16:creationId xmlns:a16="http://schemas.microsoft.com/office/drawing/2014/main" id="{7499D0C0-34F8-4C4D-87AC-8B99BE14EBFD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3124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3131" name="Group 27">
            <a:extLst>
              <a:ext uri="{FF2B5EF4-FFF2-40B4-BE49-F238E27FC236}">
                <a16:creationId xmlns:a16="http://schemas.microsoft.com/office/drawing/2014/main" id="{21C87AB9-5687-A346-9434-117373E1B184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3124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3139" name="Group 35">
            <a:extLst>
              <a:ext uri="{FF2B5EF4-FFF2-40B4-BE49-F238E27FC236}">
                <a16:creationId xmlns:a16="http://schemas.microsoft.com/office/drawing/2014/main" id="{C30182EB-F2DA-0045-A440-4F9BC86AB64B}"/>
              </a:ext>
            </a:extLst>
          </p:cNvPr>
          <p:cNvGraphicFramePr>
            <a:graphicFrameLocks noGrp="1"/>
          </p:cNvGraphicFramePr>
          <p:nvPr/>
        </p:nvGraphicFramePr>
        <p:xfrm>
          <a:off x="6248400" y="3124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124" name="Line 43">
            <a:extLst>
              <a:ext uri="{FF2B5EF4-FFF2-40B4-BE49-F238E27FC236}">
                <a16:creationId xmlns:a16="http://schemas.microsoft.com/office/drawing/2014/main" id="{25A73241-1546-D04E-8C73-2407420271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2098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5" name="Line 44">
            <a:extLst>
              <a:ext uri="{FF2B5EF4-FFF2-40B4-BE49-F238E27FC236}">
                <a16:creationId xmlns:a16="http://schemas.microsoft.com/office/drawing/2014/main" id="{DFEF5ABA-B8AA-F243-8752-247CF9464C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2860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6" name="Line 45">
            <a:extLst>
              <a:ext uri="{FF2B5EF4-FFF2-40B4-BE49-F238E27FC236}">
                <a16:creationId xmlns:a16="http://schemas.microsoft.com/office/drawing/2014/main" id="{0B358CDB-8006-0840-96E0-A5C507B59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2860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7" name="Line 48">
            <a:extLst>
              <a:ext uri="{FF2B5EF4-FFF2-40B4-BE49-F238E27FC236}">
                <a16:creationId xmlns:a16="http://schemas.microsoft.com/office/drawing/2014/main" id="{CA567B65-88CA-3A48-82D5-DA59390F7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3429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128" name="Line 49">
            <a:extLst>
              <a:ext uri="{FF2B5EF4-FFF2-40B4-BE49-F238E27FC236}">
                <a16:creationId xmlns:a16="http://schemas.microsoft.com/office/drawing/2014/main" id="{06C234BC-A664-6946-B4B8-2D48FCB71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Date Placeholder 3">
            <a:extLst>
              <a:ext uri="{FF2B5EF4-FFF2-40B4-BE49-F238E27FC236}">
                <a16:creationId xmlns:a16="http://schemas.microsoft.com/office/drawing/2014/main" id="{27B4854A-B186-924F-A9EF-0D3ED6027C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48130" name="Footer Placeholder 4">
            <a:extLst>
              <a:ext uri="{FF2B5EF4-FFF2-40B4-BE49-F238E27FC236}">
                <a16:creationId xmlns:a16="http://schemas.microsoft.com/office/drawing/2014/main" id="{8D35EB93-4D4A-594B-A367-2B54DBB61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48131" name="Slide Number Placeholder 5">
            <a:extLst>
              <a:ext uri="{FF2B5EF4-FFF2-40B4-BE49-F238E27FC236}">
                <a16:creationId xmlns:a16="http://schemas.microsoft.com/office/drawing/2014/main" id="{277EAF69-C118-DA46-9A74-7148D9353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133866-19EC-B447-A0CA-BDDB598511FB}" type="slidenum">
              <a:rPr lang="en-US" altLang="en-PR" sz="1400">
                <a:latin typeface="Times New Roman" panose="02020603050405020304" pitchFamily="18" charset="0"/>
              </a:rPr>
              <a:pPr/>
              <a:t>26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07202" name="Rectangle 2">
            <a:extLst>
              <a:ext uri="{FF2B5EF4-FFF2-40B4-BE49-F238E27FC236}">
                <a16:creationId xmlns:a16="http://schemas.microsoft.com/office/drawing/2014/main" id="{08AF3C94-A587-5343-8AFC-5454474E99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Insert Algorithm</a:t>
            </a:r>
          </a:p>
        </p:txBody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61FEF1E2-D797-AF40-BAA9-AD48F1D4E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R"/>
              <a:t>Insertion can be easy, or make the tree get new internal nodes or even grow by one level</a:t>
            </a:r>
          </a:p>
          <a:p>
            <a:pPr eaLnBrk="1" hangingPunct="1"/>
            <a:r>
              <a:rPr lang="en-US" altLang="en-PR"/>
              <a:t>Easy case occurs when the target page for insertion has room to accept one more tuples.</a:t>
            </a:r>
          </a:p>
          <a:p>
            <a:pPr eaLnBrk="1" hangingPunct="1"/>
            <a:r>
              <a:rPr lang="en-US" altLang="en-PR"/>
              <a:t>Complex case happens when leaf page is full and must be split </a:t>
            </a:r>
          </a:p>
          <a:p>
            <a:pPr eaLnBrk="1" hangingPunct="1"/>
            <a:r>
              <a:rPr lang="en-US" altLang="en-PR"/>
              <a:t>Insert operation is O(log</a:t>
            </a:r>
            <a:r>
              <a:rPr lang="en-US" altLang="en-PR" sz="1600"/>
              <a:t>m</a:t>
            </a:r>
            <a:r>
              <a:rPr lang="en-US" altLang="en-PR"/>
              <a:t>(N)) where m if the number of search keys in the node.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Date Placeholder 2">
            <a:extLst>
              <a:ext uri="{FF2B5EF4-FFF2-40B4-BE49-F238E27FC236}">
                <a16:creationId xmlns:a16="http://schemas.microsoft.com/office/drawing/2014/main" id="{AB9E8573-85FF-5049-9E11-9D079203A1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0BC9E544-F518-DD49-9121-597883594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50179" name="Slide Number Placeholder 4">
            <a:extLst>
              <a:ext uri="{FF2B5EF4-FFF2-40B4-BE49-F238E27FC236}">
                <a16:creationId xmlns:a16="http://schemas.microsoft.com/office/drawing/2014/main" id="{E020EB1E-8772-CC46-9BFB-8210EDCE7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53EF0F-7EE2-F44D-AB17-81E2396E69C0}" type="slidenum">
              <a:rPr lang="en-US" altLang="en-PR" sz="1400">
                <a:latin typeface="Times New Roman" panose="02020603050405020304" pitchFamily="18" charset="0"/>
              </a:rPr>
              <a:pPr/>
              <a:t>27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42018" name="Rectangle 2">
            <a:extLst>
              <a:ext uri="{FF2B5EF4-FFF2-40B4-BE49-F238E27FC236}">
                <a16:creationId xmlns:a16="http://schemas.microsoft.com/office/drawing/2014/main" id="{5ED6E2DB-4F36-9A4A-9709-2E7248357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Example: Very Easy insertion </a:t>
            </a:r>
          </a:p>
        </p:txBody>
      </p:sp>
      <p:graphicFrame>
        <p:nvGraphicFramePr>
          <p:cNvPr id="342019" name="Group 3">
            <a:extLst>
              <a:ext uri="{FF2B5EF4-FFF2-40B4-BE49-F238E27FC236}">
                <a16:creationId xmlns:a16="http://schemas.microsoft.com/office/drawing/2014/main" id="{EB8446B9-631C-5F4E-9CF3-485E16738242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2033" name="Group 17">
            <a:extLst>
              <a:ext uri="{FF2B5EF4-FFF2-40B4-BE49-F238E27FC236}">
                <a16:creationId xmlns:a16="http://schemas.microsoft.com/office/drawing/2014/main" id="{62BF01C0-C2A1-5848-848C-51CB930031BA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2041" name="Group 25">
            <a:extLst>
              <a:ext uri="{FF2B5EF4-FFF2-40B4-BE49-F238E27FC236}">
                <a16:creationId xmlns:a16="http://schemas.microsoft.com/office/drawing/2014/main" id="{769C391B-1DBA-F941-8323-0F3D0FCEEC80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211" name="Line 33">
            <a:extLst>
              <a:ext uri="{FF2B5EF4-FFF2-40B4-BE49-F238E27FC236}">
                <a16:creationId xmlns:a16="http://schemas.microsoft.com/office/drawing/2014/main" id="{40239F62-1CB9-524C-8967-5D31DA5003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0574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12" name="Line 34">
            <a:extLst>
              <a:ext uri="{FF2B5EF4-FFF2-40B4-BE49-F238E27FC236}">
                <a16:creationId xmlns:a16="http://schemas.microsoft.com/office/drawing/2014/main" id="{BAD86C2B-18F1-D64E-8F8B-C3E9BF88FD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2051" name="Group 35">
            <a:extLst>
              <a:ext uri="{FF2B5EF4-FFF2-40B4-BE49-F238E27FC236}">
                <a16:creationId xmlns:a16="http://schemas.microsoft.com/office/drawing/2014/main" id="{E1D310CC-E78A-7D4D-96E8-17574A674185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038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2065" name="Group 49">
            <a:extLst>
              <a:ext uri="{FF2B5EF4-FFF2-40B4-BE49-F238E27FC236}">
                <a16:creationId xmlns:a16="http://schemas.microsoft.com/office/drawing/2014/main" id="{30459F35-0316-7946-8B6B-CC60DF49F729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2073" name="Group 57">
            <a:extLst>
              <a:ext uri="{FF2B5EF4-FFF2-40B4-BE49-F238E27FC236}">
                <a16:creationId xmlns:a16="http://schemas.microsoft.com/office/drawing/2014/main" id="{2788D42B-9902-134E-88B0-6C27CE51EBCE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243" name="Line 73">
            <a:extLst>
              <a:ext uri="{FF2B5EF4-FFF2-40B4-BE49-F238E27FC236}">
                <a16:creationId xmlns:a16="http://schemas.microsoft.com/office/drawing/2014/main" id="{463043CE-1066-D14E-B521-B76E856BF0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5720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4" name="Line 74">
            <a:extLst>
              <a:ext uri="{FF2B5EF4-FFF2-40B4-BE49-F238E27FC236}">
                <a16:creationId xmlns:a16="http://schemas.microsoft.com/office/drawing/2014/main" id="{F2D6D662-0902-4C44-9B46-349AF137AC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648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5" name="Freeform 75">
            <a:extLst>
              <a:ext uri="{FF2B5EF4-FFF2-40B4-BE49-F238E27FC236}">
                <a16:creationId xmlns:a16="http://schemas.microsoft.com/office/drawing/2014/main" id="{7F365690-3E6A-3E47-9118-94E333A56FBD}"/>
              </a:ext>
            </a:extLst>
          </p:cNvPr>
          <p:cNvSpPr>
            <a:spLocks/>
          </p:cNvSpPr>
          <p:nvPr/>
        </p:nvSpPr>
        <p:spPr bwMode="auto">
          <a:xfrm>
            <a:off x="7010400" y="1676400"/>
            <a:ext cx="533400" cy="2667000"/>
          </a:xfrm>
          <a:custGeom>
            <a:avLst/>
            <a:gdLst>
              <a:gd name="T0" fmla="*/ 0 w 1600"/>
              <a:gd name="T1" fmla="*/ 228600 h 1680"/>
              <a:gd name="T2" fmla="*/ 432054 w 1600"/>
              <a:gd name="T3" fmla="*/ 228600 h 1680"/>
              <a:gd name="T4" fmla="*/ 464058 w 1600"/>
              <a:gd name="T5" fmla="*/ 1600200 h 1680"/>
              <a:gd name="T6" fmla="*/ 16002 w 16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0" h="1680">
                <a:moveTo>
                  <a:pt x="0" y="144"/>
                </a:moveTo>
                <a:cubicBezTo>
                  <a:pt x="532" y="72"/>
                  <a:pt x="1064" y="0"/>
                  <a:pt x="1296" y="144"/>
                </a:cubicBezTo>
                <a:cubicBezTo>
                  <a:pt x="1528" y="288"/>
                  <a:pt x="1600" y="752"/>
                  <a:pt x="1392" y="1008"/>
                </a:cubicBezTo>
                <a:cubicBezTo>
                  <a:pt x="1184" y="1264"/>
                  <a:pt x="616" y="1472"/>
                  <a:pt x="48" y="168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246" name="Text Box 76">
            <a:extLst>
              <a:ext uri="{FF2B5EF4-FFF2-40B4-BE49-F238E27FC236}">
                <a16:creationId xmlns:a16="http://schemas.microsoft.com/office/drawing/2014/main" id="{6135AF1F-4B8A-4C43-99E7-5AE741EC7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676400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Inserting 15</a:t>
            </a:r>
          </a:p>
        </p:txBody>
      </p:sp>
      <p:sp>
        <p:nvSpPr>
          <p:cNvPr id="50247" name="Text Box 77">
            <a:extLst>
              <a:ext uri="{FF2B5EF4-FFF2-40B4-BE49-F238E27FC236}">
                <a16:creationId xmlns:a16="http://schemas.microsoft.com/office/drawing/2014/main" id="{783D62CB-9719-1549-91BA-F47DD9E0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1" y="2286000"/>
            <a:ext cx="2227263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Leaf has room </a:t>
            </a:r>
          </a:p>
          <a:p>
            <a:pPr eaLnBrk="1" hangingPunct="1"/>
            <a:endParaRPr lang="en-US" altLang="en-PR"/>
          </a:p>
        </p:txBody>
      </p:sp>
      <p:sp>
        <p:nvSpPr>
          <p:cNvPr id="50248" name="Text Box 78">
            <a:extLst>
              <a:ext uri="{FF2B5EF4-FFF2-40B4-BE49-F238E27FC236}">
                <a16:creationId xmlns:a16="http://schemas.microsoft.com/office/drawing/2014/main" id="{C20A622C-3B33-1B49-B506-54F947B9C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1" y="2514600"/>
            <a:ext cx="4476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1800" b="1"/>
              <a:t>15</a:t>
            </a:r>
          </a:p>
        </p:txBody>
      </p:sp>
      <p:sp>
        <p:nvSpPr>
          <p:cNvPr id="50249" name="Text Box 79">
            <a:extLst>
              <a:ext uri="{FF2B5EF4-FFF2-40B4-BE49-F238E27FC236}">
                <a16:creationId xmlns:a16="http://schemas.microsoft.com/office/drawing/2014/main" id="{1C8432DE-0A52-E845-ABDD-3CAB440DD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4343401"/>
            <a:ext cx="234230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Leaf page is  </a:t>
            </a:r>
          </a:p>
          <a:p>
            <a:pPr eaLnBrk="1" hangingPunct="1"/>
            <a:r>
              <a:rPr lang="en-US" altLang="en-PR"/>
              <a:t>simply updated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Date Placeholder 2">
            <a:extLst>
              <a:ext uri="{FF2B5EF4-FFF2-40B4-BE49-F238E27FC236}">
                <a16:creationId xmlns:a16="http://schemas.microsoft.com/office/drawing/2014/main" id="{9357D4A9-4298-3745-B55E-8BFD8462120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A52EE26D-F2FB-5045-92A8-423B1179C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52227" name="Slide Number Placeholder 4">
            <a:extLst>
              <a:ext uri="{FF2B5EF4-FFF2-40B4-BE49-F238E27FC236}">
                <a16:creationId xmlns:a16="http://schemas.microsoft.com/office/drawing/2014/main" id="{9B384860-1982-D24E-8A08-9299A641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DE2D51-496F-3A48-A832-A03AAF23BA28}" type="slidenum">
              <a:rPr lang="en-US" altLang="en-PR" sz="1400">
                <a:latin typeface="Times New Roman" panose="02020603050405020304" pitchFamily="18" charset="0"/>
              </a:rPr>
              <a:pPr/>
              <a:t>28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09250" name="Rectangle 2">
            <a:extLst>
              <a:ext uri="{FF2B5EF4-FFF2-40B4-BE49-F238E27FC236}">
                <a16:creationId xmlns:a16="http://schemas.microsoft.com/office/drawing/2014/main" id="{18C7C46F-163D-7042-AB8F-11975B7219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Example: Easy insertion (part 1)</a:t>
            </a:r>
          </a:p>
        </p:txBody>
      </p:sp>
      <p:graphicFrame>
        <p:nvGraphicFramePr>
          <p:cNvPr id="309266" name="Group 18">
            <a:extLst>
              <a:ext uri="{FF2B5EF4-FFF2-40B4-BE49-F238E27FC236}">
                <a16:creationId xmlns:a16="http://schemas.microsoft.com/office/drawing/2014/main" id="{9A8E1633-9CA0-F14E-8C72-45BE19771CD4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9280" name="Group 32">
            <a:extLst>
              <a:ext uri="{FF2B5EF4-FFF2-40B4-BE49-F238E27FC236}">
                <a16:creationId xmlns:a16="http://schemas.microsoft.com/office/drawing/2014/main" id="{35013EBE-499B-8542-B7D8-DCCC50D3D64F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9288" name="Group 40">
            <a:extLst>
              <a:ext uri="{FF2B5EF4-FFF2-40B4-BE49-F238E27FC236}">
                <a16:creationId xmlns:a16="http://schemas.microsoft.com/office/drawing/2014/main" id="{CD397C09-2F43-D046-8335-C9B7E5E43872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259" name="Line 56">
            <a:extLst>
              <a:ext uri="{FF2B5EF4-FFF2-40B4-BE49-F238E27FC236}">
                <a16:creationId xmlns:a16="http://schemas.microsoft.com/office/drawing/2014/main" id="{4245A94B-759E-9C4A-9732-D559FE60E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0574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260" name="Line 57">
            <a:extLst>
              <a:ext uri="{FF2B5EF4-FFF2-40B4-BE49-F238E27FC236}">
                <a16:creationId xmlns:a16="http://schemas.microsoft.com/office/drawing/2014/main" id="{264EFCE8-5577-B444-8E7A-587CAB0DFC6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09308" name="Group 60">
            <a:extLst>
              <a:ext uri="{FF2B5EF4-FFF2-40B4-BE49-F238E27FC236}">
                <a16:creationId xmlns:a16="http://schemas.microsoft.com/office/drawing/2014/main" id="{BF484403-FDED-B648-B80A-3C43A676EB6F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038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9322" name="Group 74">
            <a:extLst>
              <a:ext uri="{FF2B5EF4-FFF2-40B4-BE49-F238E27FC236}">
                <a16:creationId xmlns:a16="http://schemas.microsoft.com/office/drawing/2014/main" id="{E040E97C-36B9-854F-8FE3-A1E5640C5D02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9330" name="Group 82">
            <a:extLst>
              <a:ext uri="{FF2B5EF4-FFF2-40B4-BE49-F238E27FC236}">
                <a16:creationId xmlns:a16="http://schemas.microsoft.com/office/drawing/2014/main" id="{4DB4F0D8-96B3-4146-8154-ED77B963C001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9338" name="Group 90">
            <a:extLst>
              <a:ext uri="{FF2B5EF4-FFF2-40B4-BE49-F238E27FC236}">
                <a16:creationId xmlns:a16="http://schemas.microsoft.com/office/drawing/2014/main" id="{F5DD91C6-7C8E-F747-B9B4-3CBDBA7BCB03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299" name="Line 98">
            <a:extLst>
              <a:ext uri="{FF2B5EF4-FFF2-40B4-BE49-F238E27FC236}">
                <a16:creationId xmlns:a16="http://schemas.microsoft.com/office/drawing/2014/main" id="{B9ABC003-C12F-0A43-AC01-6D27EFE952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5720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300" name="Line 99">
            <a:extLst>
              <a:ext uri="{FF2B5EF4-FFF2-40B4-BE49-F238E27FC236}">
                <a16:creationId xmlns:a16="http://schemas.microsoft.com/office/drawing/2014/main" id="{D793C9D2-F893-144E-8AA7-43888928A8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648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301" name="Freeform 104">
            <a:extLst>
              <a:ext uri="{FF2B5EF4-FFF2-40B4-BE49-F238E27FC236}">
                <a16:creationId xmlns:a16="http://schemas.microsoft.com/office/drawing/2014/main" id="{B4AEDB59-DDDE-7046-AE0B-098BBA580E47}"/>
              </a:ext>
            </a:extLst>
          </p:cNvPr>
          <p:cNvSpPr>
            <a:spLocks/>
          </p:cNvSpPr>
          <p:nvPr/>
        </p:nvSpPr>
        <p:spPr bwMode="auto">
          <a:xfrm>
            <a:off x="7010400" y="1676400"/>
            <a:ext cx="533400" cy="2667000"/>
          </a:xfrm>
          <a:custGeom>
            <a:avLst/>
            <a:gdLst>
              <a:gd name="T0" fmla="*/ 0 w 1600"/>
              <a:gd name="T1" fmla="*/ 228600 h 1680"/>
              <a:gd name="T2" fmla="*/ 432054 w 1600"/>
              <a:gd name="T3" fmla="*/ 228600 h 1680"/>
              <a:gd name="T4" fmla="*/ 464058 w 1600"/>
              <a:gd name="T5" fmla="*/ 1600200 h 1680"/>
              <a:gd name="T6" fmla="*/ 16002 w 16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0" h="1680">
                <a:moveTo>
                  <a:pt x="0" y="144"/>
                </a:moveTo>
                <a:cubicBezTo>
                  <a:pt x="532" y="72"/>
                  <a:pt x="1064" y="0"/>
                  <a:pt x="1296" y="144"/>
                </a:cubicBezTo>
                <a:cubicBezTo>
                  <a:pt x="1528" y="288"/>
                  <a:pt x="1600" y="752"/>
                  <a:pt x="1392" y="1008"/>
                </a:cubicBezTo>
                <a:cubicBezTo>
                  <a:pt x="1184" y="1264"/>
                  <a:pt x="616" y="1472"/>
                  <a:pt x="48" y="168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302" name="Text Box 105">
            <a:extLst>
              <a:ext uri="{FF2B5EF4-FFF2-40B4-BE49-F238E27FC236}">
                <a16:creationId xmlns:a16="http://schemas.microsoft.com/office/drawing/2014/main" id="{97D2CDF1-5992-F740-B7C2-681F7C35E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676400"/>
            <a:ext cx="177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Inserting 67</a:t>
            </a:r>
          </a:p>
        </p:txBody>
      </p:sp>
      <p:sp>
        <p:nvSpPr>
          <p:cNvPr id="52303" name="Text Box 106">
            <a:extLst>
              <a:ext uri="{FF2B5EF4-FFF2-40B4-BE49-F238E27FC236}">
                <a16:creationId xmlns:a16="http://schemas.microsoft.com/office/drawing/2014/main" id="{DD3D67AE-6442-544F-896E-07BEE3DA0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1" y="2286000"/>
            <a:ext cx="2651125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Leaf has no room </a:t>
            </a:r>
          </a:p>
          <a:p>
            <a:pPr eaLnBrk="1" hangingPunct="1"/>
            <a:r>
              <a:rPr lang="en-US" altLang="en-PR"/>
              <a:t>So it must be split</a:t>
            </a:r>
          </a:p>
        </p:txBody>
      </p:sp>
      <p:sp>
        <p:nvSpPr>
          <p:cNvPr id="52304" name="Text Box 109">
            <a:extLst>
              <a:ext uri="{FF2B5EF4-FFF2-40B4-BE49-F238E27FC236}">
                <a16:creationId xmlns:a16="http://schemas.microsoft.com/office/drawing/2014/main" id="{C24C4B63-2661-BB45-AD07-3ABC08D28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1" y="2743200"/>
            <a:ext cx="4476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1800" b="1"/>
              <a:t>67</a:t>
            </a:r>
          </a:p>
        </p:txBody>
      </p:sp>
      <p:sp>
        <p:nvSpPr>
          <p:cNvPr id="52305" name="Text Box 110">
            <a:extLst>
              <a:ext uri="{FF2B5EF4-FFF2-40B4-BE49-F238E27FC236}">
                <a16:creationId xmlns:a16="http://schemas.microsoft.com/office/drawing/2014/main" id="{E8DB98CF-DCAA-4546-BA1F-077C44BF4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962401"/>
            <a:ext cx="261642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New page is  </a:t>
            </a:r>
          </a:p>
          <a:p>
            <a:pPr eaLnBrk="1" hangingPunct="1"/>
            <a:r>
              <a:rPr lang="en-US" altLang="en-PR"/>
              <a:t>allocated &amp; tuples</a:t>
            </a:r>
          </a:p>
          <a:p>
            <a:pPr eaLnBrk="1" hangingPunct="1"/>
            <a:r>
              <a:rPr lang="en-US" altLang="en-PR"/>
              <a:t>redistributed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Date Placeholder 2">
            <a:extLst>
              <a:ext uri="{FF2B5EF4-FFF2-40B4-BE49-F238E27FC236}">
                <a16:creationId xmlns:a16="http://schemas.microsoft.com/office/drawing/2014/main" id="{E740276D-9164-7B40-B155-15DC2D7740B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54274" name="Footer Placeholder 3">
            <a:extLst>
              <a:ext uri="{FF2B5EF4-FFF2-40B4-BE49-F238E27FC236}">
                <a16:creationId xmlns:a16="http://schemas.microsoft.com/office/drawing/2014/main" id="{B1B01FEB-5C33-FA43-AE2B-7DC16F88C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54275" name="Slide Number Placeholder 4">
            <a:extLst>
              <a:ext uri="{FF2B5EF4-FFF2-40B4-BE49-F238E27FC236}">
                <a16:creationId xmlns:a16="http://schemas.microsoft.com/office/drawing/2014/main" id="{97F3EF07-0910-E549-AC71-553B4E10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65806E-DAF6-8248-AB9D-3D7FF8D776EE}" type="slidenum">
              <a:rPr lang="en-US" altLang="en-PR" sz="1400">
                <a:latin typeface="Times New Roman" panose="02020603050405020304" pitchFamily="18" charset="0"/>
              </a:rPr>
              <a:pPr/>
              <a:t>29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19490" name="Rectangle 2">
            <a:extLst>
              <a:ext uri="{FF2B5EF4-FFF2-40B4-BE49-F238E27FC236}">
                <a16:creationId xmlns:a16="http://schemas.microsoft.com/office/drawing/2014/main" id="{3F44A189-51ED-3343-9F5E-763668A8B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Example: Easy insertion (part 2)</a:t>
            </a:r>
          </a:p>
        </p:txBody>
      </p:sp>
      <p:graphicFrame>
        <p:nvGraphicFramePr>
          <p:cNvPr id="319491" name="Group 3">
            <a:extLst>
              <a:ext uri="{FF2B5EF4-FFF2-40B4-BE49-F238E27FC236}">
                <a16:creationId xmlns:a16="http://schemas.microsoft.com/office/drawing/2014/main" id="{352D1124-5025-144F-96D7-D35CF010CDEE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9505" name="Group 17">
            <a:extLst>
              <a:ext uri="{FF2B5EF4-FFF2-40B4-BE49-F238E27FC236}">
                <a16:creationId xmlns:a16="http://schemas.microsoft.com/office/drawing/2014/main" id="{22D1D7B0-0865-1544-8CEC-E69B55D4E387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9513" name="Group 25">
            <a:extLst>
              <a:ext uri="{FF2B5EF4-FFF2-40B4-BE49-F238E27FC236}">
                <a16:creationId xmlns:a16="http://schemas.microsoft.com/office/drawing/2014/main" id="{157546F5-3547-9C4D-9B45-F57BA93324A6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307" name="Line 33">
            <a:extLst>
              <a:ext uri="{FF2B5EF4-FFF2-40B4-BE49-F238E27FC236}">
                <a16:creationId xmlns:a16="http://schemas.microsoft.com/office/drawing/2014/main" id="{4640418D-5BF8-3D43-B00F-20B27576B6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0574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08" name="Line 34">
            <a:extLst>
              <a:ext uri="{FF2B5EF4-FFF2-40B4-BE49-F238E27FC236}">
                <a16:creationId xmlns:a16="http://schemas.microsoft.com/office/drawing/2014/main" id="{89F1EB92-B906-564D-88D3-FA4AB19710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19523" name="Group 35">
            <a:extLst>
              <a:ext uri="{FF2B5EF4-FFF2-40B4-BE49-F238E27FC236}">
                <a16:creationId xmlns:a16="http://schemas.microsoft.com/office/drawing/2014/main" id="{8E556E25-1C43-A441-82BF-5BE1296B272C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038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9537" name="Group 49">
            <a:extLst>
              <a:ext uri="{FF2B5EF4-FFF2-40B4-BE49-F238E27FC236}">
                <a16:creationId xmlns:a16="http://schemas.microsoft.com/office/drawing/2014/main" id="{9CB791B4-C4A3-2441-8326-85F0DA770BD6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9545" name="Group 57">
            <a:extLst>
              <a:ext uri="{FF2B5EF4-FFF2-40B4-BE49-F238E27FC236}">
                <a16:creationId xmlns:a16="http://schemas.microsoft.com/office/drawing/2014/main" id="{CCD83D2D-68B4-134B-BEC4-6120237B02A9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19553" name="Group 65">
            <a:extLst>
              <a:ext uri="{FF2B5EF4-FFF2-40B4-BE49-F238E27FC236}">
                <a16:creationId xmlns:a16="http://schemas.microsoft.com/office/drawing/2014/main" id="{68DA1676-D7C0-0E4F-B464-4CB293D91298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347" name="Line 73">
            <a:extLst>
              <a:ext uri="{FF2B5EF4-FFF2-40B4-BE49-F238E27FC236}">
                <a16:creationId xmlns:a16="http://schemas.microsoft.com/office/drawing/2014/main" id="{4894F3C4-70BC-1F4B-8EA0-180E229F26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5720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48" name="Line 74">
            <a:extLst>
              <a:ext uri="{FF2B5EF4-FFF2-40B4-BE49-F238E27FC236}">
                <a16:creationId xmlns:a16="http://schemas.microsoft.com/office/drawing/2014/main" id="{157491F6-DBFB-3848-8EA7-C0F913553F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648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49" name="Freeform 75">
            <a:extLst>
              <a:ext uri="{FF2B5EF4-FFF2-40B4-BE49-F238E27FC236}">
                <a16:creationId xmlns:a16="http://schemas.microsoft.com/office/drawing/2014/main" id="{83C7B399-B4E9-F84A-ADFE-3AA73BE14D7F}"/>
              </a:ext>
            </a:extLst>
          </p:cNvPr>
          <p:cNvSpPr>
            <a:spLocks/>
          </p:cNvSpPr>
          <p:nvPr/>
        </p:nvSpPr>
        <p:spPr bwMode="auto">
          <a:xfrm>
            <a:off x="7010400" y="1676400"/>
            <a:ext cx="533400" cy="2667000"/>
          </a:xfrm>
          <a:custGeom>
            <a:avLst/>
            <a:gdLst>
              <a:gd name="T0" fmla="*/ 0 w 1600"/>
              <a:gd name="T1" fmla="*/ 228600 h 1680"/>
              <a:gd name="T2" fmla="*/ 432054 w 1600"/>
              <a:gd name="T3" fmla="*/ 228600 h 1680"/>
              <a:gd name="T4" fmla="*/ 464058 w 1600"/>
              <a:gd name="T5" fmla="*/ 1600200 h 1680"/>
              <a:gd name="T6" fmla="*/ 16002 w 16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0" h="1680">
                <a:moveTo>
                  <a:pt x="0" y="144"/>
                </a:moveTo>
                <a:cubicBezTo>
                  <a:pt x="532" y="72"/>
                  <a:pt x="1064" y="0"/>
                  <a:pt x="1296" y="144"/>
                </a:cubicBezTo>
                <a:cubicBezTo>
                  <a:pt x="1528" y="288"/>
                  <a:pt x="1600" y="752"/>
                  <a:pt x="1392" y="1008"/>
                </a:cubicBezTo>
                <a:cubicBezTo>
                  <a:pt x="1184" y="1264"/>
                  <a:pt x="616" y="1472"/>
                  <a:pt x="48" y="168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350" name="Text Box 76">
            <a:extLst>
              <a:ext uri="{FF2B5EF4-FFF2-40B4-BE49-F238E27FC236}">
                <a16:creationId xmlns:a16="http://schemas.microsoft.com/office/drawing/2014/main" id="{1B3676CF-A249-844B-A817-AB2C49D30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676400"/>
            <a:ext cx="275107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New Page must</a:t>
            </a:r>
          </a:p>
          <a:p>
            <a:pPr eaLnBrk="1" hangingPunct="1"/>
            <a:r>
              <a:rPr lang="en-US" altLang="en-PR"/>
              <a:t>be attached to root</a:t>
            </a:r>
          </a:p>
          <a:p>
            <a:pPr eaLnBrk="1" hangingPunct="1"/>
            <a:r>
              <a:rPr lang="en-US" altLang="en-PR"/>
              <a:t>And smallest key</a:t>
            </a:r>
          </a:p>
          <a:p>
            <a:pPr eaLnBrk="1" hangingPunct="1"/>
            <a:r>
              <a:rPr lang="en-US" altLang="en-PR"/>
              <a:t>added to root </a:t>
            </a:r>
          </a:p>
        </p:txBody>
      </p:sp>
      <p:graphicFrame>
        <p:nvGraphicFramePr>
          <p:cNvPr id="319568" name="Group 80">
            <a:extLst>
              <a:ext uri="{FF2B5EF4-FFF2-40B4-BE49-F238E27FC236}">
                <a16:creationId xmlns:a16="http://schemas.microsoft.com/office/drawing/2014/main" id="{D9B79814-D099-3442-AFBF-D46475557539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359" name="Line 88">
            <a:extLst>
              <a:ext uri="{FF2B5EF4-FFF2-40B4-BE49-F238E27FC236}">
                <a16:creationId xmlns:a16="http://schemas.microsoft.com/office/drawing/2014/main" id="{D813FF3F-08A1-3A47-A843-FB39E408B8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6482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Date Placeholder 2">
            <a:extLst>
              <a:ext uri="{FF2B5EF4-FFF2-40B4-BE49-F238E27FC236}">
                <a16:creationId xmlns:a16="http://schemas.microsoft.com/office/drawing/2014/main" id="{836A2CF8-2345-0F44-AB00-B433E330DE1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id="{11278FC8-0768-EE4E-929C-A40DCBF7F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56323" name="Slide Number Placeholder 4">
            <a:extLst>
              <a:ext uri="{FF2B5EF4-FFF2-40B4-BE49-F238E27FC236}">
                <a16:creationId xmlns:a16="http://schemas.microsoft.com/office/drawing/2014/main" id="{244277CF-9893-BB43-A0FE-99C76632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1EFDF7-47A8-A949-A9EB-3B9C228D6B8E}" type="slidenum">
              <a:rPr lang="en-US" altLang="en-PR" sz="1400">
                <a:latin typeface="Times New Roman" panose="02020603050405020304" pitchFamily="18" charset="0"/>
              </a:rPr>
              <a:pPr/>
              <a:t>30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21538" name="Rectangle 2">
            <a:extLst>
              <a:ext uri="{FF2B5EF4-FFF2-40B4-BE49-F238E27FC236}">
                <a16:creationId xmlns:a16="http://schemas.microsoft.com/office/drawing/2014/main" id="{CB836696-D66C-684C-A007-A2E618D034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More Complex Insertion (part 1)</a:t>
            </a:r>
          </a:p>
        </p:txBody>
      </p:sp>
      <p:graphicFrame>
        <p:nvGraphicFramePr>
          <p:cNvPr id="321539" name="Group 3">
            <a:extLst>
              <a:ext uri="{FF2B5EF4-FFF2-40B4-BE49-F238E27FC236}">
                <a16:creationId xmlns:a16="http://schemas.microsoft.com/office/drawing/2014/main" id="{83D7BCB1-D331-DF42-8B07-6CE855973F21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1553" name="Group 17">
            <a:extLst>
              <a:ext uri="{FF2B5EF4-FFF2-40B4-BE49-F238E27FC236}">
                <a16:creationId xmlns:a16="http://schemas.microsoft.com/office/drawing/2014/main" id="{B9CE0129-7BBA-9744-8537-273DB376EDAF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1561" name="Group 25">
            <a:extLst>
              <a:ext uri="{FF2B5EF4-FFF2-40B4-BE49-F238E27FC236}">
                <a16:creationId xmlns:a16="http://schemas.microsoft.com/office/drawing/2014/main" id="{525831F2-706F-8946-8932-1EB4FF1AC62B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355" name="Line 33">
            <a:extLst>
              <a:ext uri="{FF2B5EF4-FFF2-40B4-BE49-F238E27FC236}">
                <a16:creationId xmlns:a16="http://schemas.microsoft.com/office/drawing/2014/main" id="{712D2F0B-8A14-4544-B56F-FF7D71D7B5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0574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56" name="Line 34">
            <a:extLst>
              <a:ext uri="{FF2B5EF4-FFF2-40B4-BE49-F238E27FC236}">
                <a16:creationId xmlns:a16="http://schemas.microsoft.com/office/drawing/2014/main" id="{2D91E91E-8E9F-204D-9C9D-814C4A5833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21571" name="Group 35">
            <a:extLst>
              <a:ext uri="{FF2B5EF4-FFF2-40B4-BE49-F238E27FC236}">
                <a16:creationId xmlns:a16="http://schemas.microsoft.com/office/drawing/2014/main" id="{DEDDC963-2F2A-B747-8F21-DAF98A270DB4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038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1585" name="Group 49">
            <a:extLst>
              <a:ext uri="{FF2B5EF4-FFF2-40B4-BE49-F238E27FC236}">
                <a16:creationId xmlns:a16="http://schemas.microsoft.com/office/drawing/2014/main" id="{28A909DB-C406-084C-BF9A-D133BFF4693F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1593" name="Group 57">
            <a:extLst>
              <a:ext uri="{FF2B5EF4-FFF2-40B4-BE49-F238E27FC236}">
                <a16:creationId xmlns:a16="http://schemas.microsoft.com/office/drawing/2014/main" id="{F34EF750-AA46-1248-B12B-BE09C6A2A59C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1601" name="Group 65">
            <a:extLst>
              <a:ext uri="{FF2B5EF4-FFF2-40B4-BE49-F238E27FC236}">
                <a16:creationId xmlns:a16="http://schemas.microsoft.com/office/drawing/2014/main" id="{71911B87-DAF3-8343-959E-C409A7F983DC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395" name="Line 73">
            <a:extLst>
              <a:ext uri="{FF2B5EF4-FFF2-40B4-BE49-F238E27FC236}">
                <a16:creationId xmlns:a16="http://schemas.microsoft.com/office/drawing/2014/main" id="{F72FD121-B1FB-0C4D-A859-89829BC036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5720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96" name="Line 74">
            <a:extLst>
              <a:ext uri="{FF2B5EF4-FFF2-40B4-BE49-F238E27FC236}">
                <a16:creationId xmlns:a16="http://schemas.microsoft.com/office/drawing/2014/main" id="{3F03A9B4-468C-FB48-A013-0D76B1AA73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648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397" name="Freeform 75">
            <a:extLst>
              <a:ext uri="{FF2B5EF4-FFF2-40B4-BE49-F238E27FC236}">
                <a16:creationId xmlns:a16="http://schemas.microsoft.com/office/drawing/2014/main" id="{2092A4FC-0C6C-2C46-A9B4-E2E80E2E3781}"/>
              </a:ext>
            </a:extLst>
          </p:cNvPr>
          <p:cNvSpPr>
            <a:spLocks/>
          </p:cNvSpPr>
          <p:nvPr/>
        </p:nvSpPr>
        <p:spPr bwMode="auto">
          <a:xfrm>
            <a:off x="7010400" y="1676400"/>
            <a:ext cx="533400" cy="2667000"/>
          </a:xfrm>
          <a:custGeom>
            <a:avLst/>
            <a:gdLst>
              <a:gd name="T0" fmla="*/ 0 w 1600"/>
              <a:gd name="T1" fmla="*/ 228600 h 1680"/>
              <a:gd name="T2" fmla="*/ 432054 w 1600"/>
              <a:gd name="T3" fmla="*/ 228600 h 1680"/>
              <a:gd name="T4" fmla="*/ 464058 w 1600"/>
              <a:gd name="T5" fmla="*/ 1600200 h 1680"/>
              <a:gd name="T6" fmla="*/ 16002 w 16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0" h="1680">
                <a:moveTo>
                  <a:pt x="0" y="144"/>
                </a:moveTo>
                <a:cubicBezTo>
                  <a:pt x="532" y="72"/>
                  <a:pt x="1064" y="0"/>
                  <a:pt x="1296" y="144"/>
                </a:cubicBezTo>
                <a:cubicBezTo>
                  <a:pt x="1528" y="288"/>
                  <a:pt x="1600" y="752"/>
                  <a:pt x="1392" y="1008"/>
                </a:cubicBezTo>
                <a:cubicBezTo>
                  <a:pt x="1184" y="1264"/>
                  <a:pt x="616" y="1472"/>
                  <a:pt x="48" y="168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21613" name="Group 77">
            <a:extLst>
              <a:ext uri="{FF2B5EF4-FFF2-40B4-BE49-F238E27FC236}">
                <a16:creationId xmlns:a16="http://schemas.microsoft.com/office/drawing/2014/main" id="{782A607E-5EFC-354D-9183-817B39419DC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406" name="Line 85">
            <a:extLst>
              <a:ext uri="{FF2B5EF4-FFF2-40B4-BE49-F238E27FC236}">
                <a16:creationId xmlns:a16="http://schemas.microsoft.com/office/drawing/2014/main" id="{A11863D1-9A22-D94D-A579-3FE7EA8D1B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6482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407" name="Line 86">
            <a:extLst>
              <a:ext uri="{FF2B5EF4-FFF2-40B4-BE49-F238E27FC236}">
                <a16:creationId xmlns:a16="http://schemas.microsoft.com/office/drawing/2014/main" id="{B7D908C7-C1E3-D64D-A909-3E1219FA7A8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1336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408" name="Text Box 87">
            <a:extLst>
              <a:ext uri="{FF2B5EF4-FFF2-40B4-BE49-F238E27FC236}">
                <a16:creationId xmlns:a16="http://schemas.microsoft.com/office/drawing/2014/main" id="{5D273473-F0C3-5941-888C-B36CFCC43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1" y="2971801"/>
            <a:ext cx="223811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Insert 25</a:t>
            </a:r>
          </a:p>
          <a:p>
            <a:pPr eaLnBrk="1" hangingPunct="1"/>
            <a:r>
              <a:rPr lang="en-US" altLang="en-PR"/>
              <a:t>Cause leftmost</a:t>
            </a:r>
          </a:p>
          <a:p>
            <a:pPr eaLnBrk="1" hangingPunct="1"/>
            <a:r>
              <a:rPr lang="en-US" altLang="en-PR"/>
              <a:t>Leaf to split</a:t>
            </a:r>
          </a:p>
        </p:txBody>
      </p:sp>
      <p:sp>
        <p:nvSpPr>
          <p:cNvPr id="56409" name="Text Box 88">
            <a:extLst>
              <a:ext uri="{FF2B5EF4-FFF2-40B4-BE49-F238E27FC236}">
                <a16:creationId xmlns:a16="http://schemas.microsoft.com/office/drawing/2014/main" id="{BA7E482F-FE3A-F343-BDFA-2386C86D5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029201"/>
            <a:ext cx="533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Date Placeholder 3">
            <a:extLst>
              <a:ext uri="{FF2B5EF4-FFF2-40B4-BE49-F238E27FC236}">
                <a16:creationId xmlns:a16="http://schemas.microsoft.com/office/drawing/2014/main" id="{90C0741E-812B-BE46-9125-9BFCD9017E2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58370" name="Footer Placeholder 4">
            <a:extLst>
              <a:ext uri="{FF2B5EF4-FFF2-40B4-BE49-F238E27FC236}">
                <a16:creationId xmlns:a16="http://schemas.microsoft.com/office/drawing/2014/main" id="{9558B33A-58EA-0343-A07F-963E1B901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58371" name="Slide Number Placeholder 5">
            <a:extLst>
              <a:ext uri="{FF2B5EF4-FFF2-40B4-BE49-F238E27FC236}">
                <a16:creationId xmlns:a16="http://schemas.microsoft.com/office/drawing/2014/main" id="{15CFCD8D-974A-CB49-A104-59D7AB98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52814D-709C-024B-B545-3ED33D943C5A}" type="slidenum">
              <a:rPr lang="en-US" altLang="en-PR" sz="1400">
                <a:latin typeface="Times New Roman" panose="02020603050405020304" pitchFamily="18" charset="0"/>
              </a:rPr>
              <a:pPr/>
              <a:t>31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9CAC17AB-09B0-D247-830F-B6E51952A6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More Complex Insertion (part 2)</a:t>
            </a:r>
          </a:p>
        </p:txBody>
      </p:sp>
      <p:sp>
        <p:nvSpPr>
          <p:cNvPr id="58373" name="Rectangle 99">
            <a:extLst>
              <a:ext uri="{FF2B5EF4-FFF2-40B4-BE49-F238E27FC236}">
                <a16:creationId xmlns:a16="http://schemas.microsoft.com/office/drawing/2014/main" id="{3DDEF55B-3E71-1A45-A1C5-6EE653ACC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572000"/>
            <a:ext cx="7772400" cy="1524000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en-PR"/>
              <a:t>New page and key 15 must be inserted into root</a:t>
            </a:r>
          </a:p>
          <a:p>
            <a:pPr eaLnBrk="1" hangingPunct="1"/>
            <a:r>
              <a:rPr lang="en-US" altLang="en-PR"/>
              <a:t>Now the root has no room to get new page</a:t>
            </a:r>
          </a:p>
          <a:p>
            <a:pPr eaLnBrk="1" hangingPunct="1"/>
            <a:r>
              <a:rPr lang="en-US" altLang="en-PR"/>
              <a:t>So the root will be root will be split</a:t>
            </a:r>
          </a:p>
          <a:p>
            <a:pPr eaLnBrk="1" hangingPunct="1"/>
            <a:endParaRPr lang="en-US" altLang="en-PR"/>
          </a:p>
        </p:txBody>
      </p:sp>
      <p:graphicFrame>
        <p:nvGraphicFramePr>
          <p:cNvPr id="324611" name="Group 3">
            <a:extLst>
              <a:ext uri="{FF2B5EF4-FFF2-40B4-BE49-F238E27FC236}">
                <a16:creationId xmlns:a16="http://schemas.microsoft.com/office/drawing/2014/main" id="{88981285-1131-174B-A08E-9149BD1F6B2F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23622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4696" name="Group 88">
            <a:extLst>
              <a:ext uri="{FF2B5EF4-FFF2-40B4-BE49-F238E27FC236}">
                <a16:creationId xmlns:a16="http://schemas.microsoft.com/office/drawing/2014/main" id="{344034F7-AC7A-2F45-ACA6-91948E9C6B79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4633" name="Group 25">
            <a:extLst>
              <a:ext uri="{FF2B5EF4-FFF2-40B4-BE49-F238E27FC236}">
                <a16:creationId xmlns:a16="http://schemas.microsoft.com/office/drawing/2014/main" id="{4ED86E34-E49E-CB4F-8C7A-26B66B9DA23B}"/>
              </a:ext>
            </a:extLst>
          </p:cNvPr>
          <p:cNvGraphicFramePr>
            <a:graphicFrameLocks noGrp="1"/>
          </p:cNvGraphicFramePr>
          <p:nvPr/>
        </p:nvGraphicFramePr>
        <p:xfrm>
          <a:off x="5638800" y="3810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04" name="Line 33">
            <a:extLst>
              <a:ext uri="{FF2B5EF4-FFF2-40B4-BE49-F238E27FC236}">
                <a16:creationId xmlns:a16="http://schemas.microsoft.com/office/drawing/2014/main" id="{FE676604-84B0-D44A-82A6-D736335A0D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2895600"/>
            <a:ext cx="1981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5" name="Line 34">
            <a:extLst>
              <a:ext uri="{FF2B5EF4-FFF2-40B4-BE49-F238E27FC236}">
                <a16:creationId xmlns:a16="http://schemas.microsoft.com/office/drawing/2014/main" id="{99BE7E29-C999-5042-A84A-85B00048A8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29718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24684" name="Group 76">
            <a:extLst>
              <a:ext uri="{FF2B5EF4-FFF2-40B4-BE49-F238E27FC236}">
                <a16:creationId xmlns:a16="http://schemas.microsoft.com/office/drawing/2014/main" id="{FC1988C3-6C03-5C41-8AE4-3E8A523FBF70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3810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8414" name="Line 85">
            <a:extLst>
              <a:ext uri="{FF2B5EF4-FFF2-40B4-BE49-F238E27FC236}">
                <a16:creationId xmlns:a16="http://schemas.microsoft.com/office/drawing/2014/main" id="{8C51CAF6-1AC1-B942-83A6-0F8DF87F316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9718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24697" name="Group 89">
            <a:extLst>
              <a:ext uri="{FF2B5EF4-FFF2-40B4-BE49-F238E27FC236}">
                <a16:creationId xmlns:a16="http://schemas.microsoft.com/office/drawing/2014/main" id="{ACA6DD10-4CD4-AB4B-8942-9A250AB9D548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Date Placeholder 3">
            <a:extLst>
              <a:ext uri="{FF2B5EF4-FFF2-40B4-BE49-F238E27FC236}">
                <a16:creationId xmlns:a16="http://schemas.microsoft.com/office/drawing/2014/main" id="{9F307FA7-83EC-104F-96A8-6B7BCF63986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60418" name="Footer Placeholder 4">
            <a:extLst>
              <a:ext uri="{FF2B5EF4-FFF2-40B4-BE49-F238E27FC236}">
                <a16:creationId xmlns:a16="http://schemas.microsoft.com/office/drawing/2014/main" id="{EE87B222-2147-2940-B357-FDE09B5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60419" name="Slide Number Placeholder 5">
            <a:extLst>
              <a:ext uri="{FF2B5EF4-FFF2-40B4-BE49-F238E27FC236}">
                <a16:creationId xmlns:a16="http://schemas.microsoft.com/office/drawing/2014/main" id="{BD224B6E-0356-B048-B1F5-61E496CB3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E599CD-2843-184F-B6AB-E17240B1F990}" type="slidenum">
              <a:rPr lang="en-US" altLang="en-PR" sz="1400">
                <a:latin typeface="Times New Roman" panose="02020603050405020304" pitchFamily="18" charset="0"/>
              </a:rPr>
              <a:pPr/>
              <a:t>32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A0CCB127-1881-8F4A-B20F-DE72FE819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More Complex Insertion (part 3)</a:t>
            </a:r>
          </a:p>
        </p:txBody>
      </p:sp>
      <p:sp>
        <p:nvSpPr>
          <p:cNvPr id="60421" name="Rectangle 70">
            <a:extLst>
              <a:ext uri="{FF2B5EF4-FFF2-40B4-BE49-F238E27FC236}">
                <a16:creationId xmlns:a16="http://schemas.microsoft.com/office/drawing/2014/main" id="{FE506F6C-EEBE-5B47-B054-EB9E41876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95800"/>
            <a:ext cx="7772400" cy="1600200"/>
          </a:xfrm>
        </p:spPr>
        <p:txBody>
          <a:bodyPr/>
          <a:lstStyle/>
          <a:p>
            <a:pPr eaLnBrk="1" hangingPunct="1"/>
            <a:r>
              <a:rPr lang="en-US" altLang="en-PR"/>
              <a:t>After splitting root, middle key 38 and new right node must be inserted into to parent</a:t>
            </a:r>
          </a:p>
          <a:p>
            <a:pPr eaLnBrk="1" hangingPunct="1"/>
            <a:r>
              <a:rPr lang="en-US" altLang="en-PR"/>
              <a:t>Since we split the root, we need a new root</a:t>
            </a:r>
          </a:p>
        </p:txBody>
      </p:sp>
      <p:graphicFrame>
        <p:nvGraphicFramePr>
          <p:cNvPr id="326659" name="Group 3">
            <a:extLst>
              <a:ext uri="{FF2B5EF4-FFF2-40B4-BE49-F238E27FC236}">
                <a16:creationId xmlns:a16="http://schemas.microsoft.com/office/drawing/2014/main" id="{A5EDB131-43DF-4A4F-9AA4-1C22C96EC49C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6673" name="Group 17">
            <a:extLst>
              <a:ext uri="{FF2B5EF4-FFF2-40B4-BE49-F238E27FC236}">
                <a16:creationId xmlns:a16="http://schemas.microsoft.com/office/drawing/2014/main" id="{9313A3F3-B404-0648-B13D-3A98BEEC7189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6681" name="Group 25">
            <a:extLst>
              <a:ext uri="{FF2B5EF4-FFF2-40B4-BE49-F238E27FC236}">
                <a16:creationId xmlns:a16="http://schemas.microsoft.com/office/drawing/2014/main" id="{55294393-AB18-6249-8749-CE31C5819D19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452" name="Line 33">
            <a:extLst>
              <a:ext uri="{FF2B5EF4-FFF2-40B4-BE49-F238E27FC236}">
                <a16:creationId xmlns:a16="http://schemas.microsoft.com/office/drawing/2014/main" id="{BF0025B4-218D-844E-A250-A299539975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1242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53" name="Line 34">
            <a:extLst>
              <a:ext uri="{FF2B5EF4-FFF2-40B4-BE49-F238E27FC236}">
                <a16:creationId xmlns:a16="http://schemas.microsoft.com/office/drawing/2014/main" id="{67DFCF8E-34CD-F14D-95D4-CE58144DD62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1242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26691" name="Group 35">
            <a:extLst>
              <a:ext uri="{FF2B5EF4-FFF2-40B4-BE49-F238E27FC236}">
                <a16:creationId xmlns:a16="http://schemas.microsoft.com/office/drawing/2014/main" id="{313CA5A8-0018-9646-AA46-9051A03A99B0}"/>
              </a:ext>
            </a:extLst>
          </p:cNvPr>
          <p:cNvGraphicFramePr>
            <a:graphicFrameLocks noGrp="1"/>
          </p:cNvGraphicFramePr>
          <p:nvPr/>
        </p:nvGraphicFramePr>
        <p:xfrm>
          <a:off x="81534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462" name="Line 43">
            <a:extLst>
              <a:ext uri="{FF2B5EF4-FFF2-40B4-BE49-F238E27FC236}">
                <a16:creationId xmlns:a16="http://schemas.microsoft.com/office/drawing/2014/main" id="{534BCB4D-7ED8-D142-83C9-C234383CF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124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26700" name="Group 44">
            <a:extLst>
              <a:ext uri="{FF2B5EF4-FFF2-40B4-BE49-F238E27FC236}">
                <a16:creationId xmlns:a16="http://schemas.microsoft.com/office/drawing/2014/main" id="{E9AA4225-FB30-B64A-B2F1-4F66239E9CF0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26709" name="Group 53">
            <a:extLst>
              <a:ext uri="{FF2B5EF4-FFF2-40B4-BE49-F238E27FC236}">
                <a16:creationId xmlns:a16="http://schemas.microsoft.com/office/drawing/2014/main" id="{E1A73E07-B5A8-144A-BCB3-7B7425E15E0D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0485" name="Line 67">
            <a:extLst>
              <a:ext uri="{FF2B5EF4-FFF2-40B4-BE49-F238E27FC236}">
                <a16:creationId xmlns:a16="http://schemas.microsoft.com/office/drawing/2014/main" id="{1FDBF11E-D6D6-0A4F-9362-4247F1122C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0480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86" name="Text Box 69">
            <a:extLst>
              <a:ext uri="{FF2B5EF4-FFF2-40B4-BE49-F238E27FC236}">
                <a16:creationId xmlns:a16="http://schemas.microsoft.com/office/drawing/2014/main" id="{7899D4D8-43D0-CE45-8545-CF3C10FEC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1639889"/>
            <a:ext cx="533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38</a:t>
            </a:r>
          </a:p>
        </p:txBody>
      </p:sp>
      <p:sp>
        <p:nvSpPr>
          <p:cNvPr id="60487" name="Text Box 71">
            <a:extLst>
              <a:ext uri="{FF2B5EF4-FFF2-40B4-BE49-F238E27FC236}">
                <a16:creationId xmlns:a16="http://schemas.microsoft.com/office/drawing/2014/main" id="{5EA48EC9-D29B-BD4B-988B-99F7EAB95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2362200"/>
            <a:ext cx="1268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Old root</a:t>
            </a:r>
          </a:p>
        </p:txBody>
      </p:sp>
      <p:sp>
        <p:nvSpPr>
          <p:cNvPr id="60488" name="Text Box 72">
            <a:extLst>
              <a:ext uri="{FF2B5EF4-FFF2-40B4-BE49-F238E27FC236}">
                <a16:creationId xmlns:a16="http://schemas.microsoft.com/office/drawing/2014/main" id="{EE3A63B5-753D-FA49-AF52-C369C6885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1" y="1447800"/>
            <a:ext cx="155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New node</a:t>
            </a:r>
          </a:p>
        </p:txBody>
      </p:sp>
      <p:sp>
        <p:nvSpPr>
          <p:cNvPr id="60489" name="Line 73">
            <a:extLst>
              <a:ext uri="{FF2B5EF4-FFF2-40B4-BE49-F238E27FC236}">
                <a16:creationId xmlns:a16="http://schemas.microsoft.com/office/drawing/2014/main" id="{15EE5985-21C3-ED42-A982-C7639A8B6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743200"/>
            <a:ext cx="914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90" name="Line 74">
            <a:extLst>
              <a:ext uri="{FF2B5EF4-FFF2-40B4-BE49-F238E27FC236}">
                <a16:creationId xmlns:a16="http://schemas.microsoft.com/office/drawing/2014/main" id="{E2628841-87E0-D94C-BED1-A79E02482F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15400" y="1905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491" name="Text Box 75">
            <a:extLst>
              <a:ext uri="{FF2B5EF4-FFF2-40B4-BE49-F238E27FC236}">
                <a16:creationId xmlns:a16="http://schemas.microsoft.com/office/drawing/2014/main" id="{9829FD1F-903B-B347-8C4B-BB588F6F03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1447800"/>
            <a:ext cx="1643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Middle key</a:t>
            </a:r>
          </a:p>
        </p:txBody>
      </p:sp>
      <p:sp>
        <p:nvSpPr>
          <p:cNvPr id="60492" name="Line 76">
            <a:extLst>
              <a:ext uri="{FF2B5EF4-FFF2-40B4-BE49-F238E27FC236}">
                <a16:creationId xmlns:a16="http://schemas.microsoft.com/office/drawing/2014/main" id="{51D30147-9272-1A4D-B5A9-BE8BC021C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1828800"/>
            <a:ext cx="762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Date Placeholder 3">
            <a:extLst>
              <a:ext uri="{FF2B5EF4-FFF2-40B4-BE49-F238E27FC236}">
                <a16:creationId xmlns:a16="http://schemas.microsoft.com/office/drawing/2014/main" id="{4C88DC3F-AAC4-2D4C-B7E4-2D87841334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62466" name="Footer Placeholder 4">
            <a:extLst>
              <a:ext uri="{FF2B5EF4-FFF2-40B4-BE49-F238E27FC236}">
                <a16:creationId xmlns:a16="http://schemas.microsoft.com/office/drawing/2014/main" id="{58FEFAD0-1B68-C04D-91DD-C1FD4DDD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62467" name="Slide Number Placeholder 5">
            <a:extLst>
              <a:ext uri="{FF2B5EF4-FFF2-40B4-BE49-F238E27FC236}">
                <a16:creationId xmlns:a16="http://schemas.microsoft.com/office/drawing/2014/main" id="{2A1E49F3-C75D-DB4D-B8E8-7F16A647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6FEBBB-1948-A846-93B4-FBE67C1A7F28}" type="slidenum">
              <a:rPr lang="en-US" altLang="en-PR" sz="1400">
                <a:latin typeface="Times New Roman" panose="02020603050405020304" pitchFamily="18" charset="0"/>
              </a:rPr>
              <a:pPr/>
              <a:t>33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7EEF38CB-130C-2148-8DE4-D10042BFA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More Complex Insertion (part 4)</a:t>
            </a:r>
          </a:p>
        </p:txBody>
      </p:sp>
      <p:sp>
        <p:nvSpPr>
          <p:cNvPr id="62469" name="Rectangle 3">
            <a:extLst>
              <a:ext uri="{FF2B5EF4-FFF2-40B4-BE49-F238E27FC236}">
                <a16:creationId xmlns:a16="http://schemas.microsoft.com/office/drawing/2014/main" id="{74047636-B981-5B4F-94B6-26815BF64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95800"/>
            <a:ext cx="7772400" cy="1600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PR" sz="2000"/>
              <a:t>New root was created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PR" sz="2000"/>
              <a:t>Tree height increase by one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PR" sz="2000"/>
              <a:t>In practice you try to keep leaf 67% to 75% full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PR" sz="1800"/>
              <a:t>Avoid splits (they change rid of record)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PR" sz="1800"/>
              <a:t>Indices are dropped and recreated to alleviate problems (weekly)</a:t>
            </a:r>
          </a:p>
        </p:txBody>
      </p:sp>
      <p:graphicFrame>
        <p:nvGraphicFramePr>
          <p:cNvPr id="330756" name="Group 4">
            <a:extLst>
              <a:ext uri="{FF2B5EF4-FFF2-40B4-BE49-F238E27FC236}">
                <a16:creationId xmlns:a16="http://schemas.microsoft.com/office/drawing/2014/main" id="{596C1D9A-823F-FE40-A87B-EFD10371A646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0770" name="Group 18">
            <a:extLst>
              <a:ext uri="{FF2B5EF4-FFF2-40B4-BE49-F238E27FC236}">
                <a16:creationId xmlns:a16="http://schemas.microsoft.com/office/drawing/2014/main" id="{E863DF92-D86F-5641-AE52-A8F3D04AEB83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0778" name="Group 26">
            <a:extLst>
              <a:ext uri="{FF2B5EF4-FFF2-40B4-BE49-F238E27FC236}">
                <a16:creationId xmlns:a16="http://schemas.microsoft.com/office/drawing/2014/main" id="{EADFBDA8-8B4E-7C4E-B114-81844CAB5410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500" name="Line 34">
            <a:extLst>
              <a:ext uri="{FF2B5EF4-FFF2-40B4-BE49-F238E27FC236}">
                <a16:creationId xmlns:a16="http://schemas.microsoft.com/office/drawing/2014/main" id="{128F850C-18D7-F841-AD82-D96CF9084D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1242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01" name="Line 35">
            <a:extLst>
              <a:ext uri="{FF2B5EF4-FFF2-40B4-BE49-F238E27FC236}">
                <a16:creationId xmlns:a16="http://schemas.microsoft.com/office/drawing/2014/main" id="{AFE6025D-E9A3-F240-B684-58441AD5D4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1242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30788" name="Group 36">
            <a:extLst>
              <a:ext uri="{FF2B5EF4-FFF2-40B4-BE49-F238E27FC236}">
                <a16:creationId xmlns:a16="http://schemas.microsoft.com/office/drawing/2014/main" id="{0BFA99F5-E433-BD4E-B832-0A556BA438C8}"/>
              </a:ext>
            </a:extLst>
          </p:cNvPr>
          <p:cNvGraphicFramePr>
            <a:graphicFrameLocks noGrp="1"/>
          </p:cNvGraphicFramePr>
          <p:nvPr/>
        </p:nvGraphicFramePr>
        <p:xfrm>
          <a:off x="81534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510" name="Line 44">
            <a:extLst>
              <a:ext uri="{FF2B5EF4-FFF2-40B4-BE49-F238E27FC236}">
                <a16:creationId xmlns:a16="http://schemas.microsoft.com/office/drawing/2014/main" id="{D39E805A-4AE6-0648-BD64-BBCB9D6AC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124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30797" name="Group 45">
            <a:extLst>
              <a:ext uri="{FF2B5EF4-FFF2-40B4-BE49-F238E27FC236}">
                <a16:creationId xmlns:a16="http://schemas.microsoft.com/office/drawing/2014/main" id="{1646486E-D085-B640-9056-41E1B2271216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30805" name="Group 53">
            <a:extLst>
              <a:ext uri="{FF2B5EF4-FFF2-40B4-BE49-F238E27FC236}">
                <a16:creationId xmlns:a16="http://schemas.microsoft.com/office/drawing/2014/main" id="{43520B85-9E1C-FA47-BD6A-9BC3F00B6147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533" name="Line 67">
            <a:extLst>
              <a:ext uri="{FF2B5EF4-FFF2-40B4-BE49-F238E27FC236}">
                <a16:creationId xmlns:a16="http://schemas.microsoft.com/office/drawing/2014/main" id="{DCCDE497-4745-3241-B677-857E228478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0480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34" name="Text Box 69">
            <a:extLst>
              <a:ext uri="{FF2B5EF4-FFF2-40B4-BE49-F238E27FC236}">
                <a16:creationId xmlns:a16="http://schemas.microsoft.com/office/drawing/2014/main" id="{FFE08A63-F8C7-2B47-A4D9-ECA7F4633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2362200"/>
            <a:ext cx="1268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Old root</a:t>
            </a:r>
          </a:p>
        </p:txBody>
      </p:sp>
      <p:sp>
        <p:nvSpPr>
          <p:cNvPr id="62535" name="Text Box 70">
            <a:extLst>
              <a:ext uri="{FF2B5EF4-FFF2-40B4-BE49-F238E27FC236}">
                <a16:creationId xmlns:a16="http://schemas.microsoft.com/office/drawing/2014/main" id="{212B3696-66F3-0A4D-B993-280245C7C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1" y="1447800"/>
            <a:ext cx="155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New node</a:t>
            </a:r>
          </a:p>
        </p:txBody>
      </p:sp>
      <p:sp>
        <p:nvSpPr>
          <p:cNvPr id="62536" name="Line 71">
            <a:extLst>
              <a:ext uri="{FF2B5EF4-FFF2-40B4-BE49-F238E27FC236}">
                <a16:creationId xmlns:a16="http://schemas.microsoft.com/office/drawing/2014/main" id="{F6BC28BC-9801-214A-A12E-5951A101E7FD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743200"/>
            <a:ext cx="914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37" name="Line 72">
            <a:extLst>
              <a:ext uri="{FF2B5EF4-FFF2-40B4-BE49-F238E27FC236}">
                <a16:creationId xmlns:a16="http://schemas.microsoft.com/office/drawing/2014/main" id="{5B53F5DA-9F8B-B04E-B060-955691D585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915400" y="1905000"/>
            <a:ext cx="457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30827" name="Group 75">
            <a:extLst>
              <a:ext uri="{FF2B5EF4-FFF2-40B4-BE49-F238E27FC236}">
                <a16:creationId xmlns:a16="http://schemas.microsoft.com/office/drawing/2014/main" id="{E30CAA68-7BA4-5D40-9562-D69D454FB196}"/>
              </a:ext>
            </a:extLst>
          </p:cNvPr>
          <p:cNvGraphicFramePr>
            <a:graphicFrameLocks noGrp="1"/>
          </p:cNvGraphicFramePr>
          <p:nvPr/>
        </p:nvGraphicFramePr>
        <p:xfrm>
          <a:off x="5791200" y="14478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552" name="Line 89">
            <a:extLst>
              <a:ext uri="{FF2B5EF4-FFF2-40B4-BE49-F238E27FC236}">
                <a16:creationId xmlns:a16="http://schemas.microsoft.com/office/drawing/2014/main" id="{3013C304-9DFD-EA46-81FC-4059771E0E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057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53" name="Line 90">
            <a:extLst>
              <a:ext uri="{FF2B5EF4-FFF2-40B4-BE49-F238E27FC236}">
                <a16:creationId xmlns:a16="http://schemas.microsoft.com/office/drawing/2014/main" id="{5A327002-CC24-5640-A912-D626779AB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0574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Date Placeholder 3">
            <a:extLst>
              <a:ext uri="{FF2B5EF4-FFF2-40B4-BE49-F238E27FC236}">
                <a16:creationId xmlns:a16="http://schemas.microsoft.com/office/drawing/2014/main" id="{FAA09D7E-39A6-E945-9712-4C906802802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64514" name="Footer Placeholder 4">
            <a:extLst>
              <a:ext uri="{FF2B5EF4-FFF2-40B4-BE49-F238E27FC236}">
                <a16:creationId xmlns:a16="http://schemas.microsoft.com/office/drawing/2014/main" id="{CCE0B9B1-DB8B-C546-8132-FEC6EBC5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64515" name="Slide Number Placeholder 5">
            <a:extLst>
              <a:ext uri="{FF2B5EF4-FFF2-40B4-BE49-F238E27FC236}">
                <a16:creationId xmlns:a16="http://schemas.microsoft.com/office/drawing/2014/main" id="{229210BD-D67A-C04E-8579-BE654E4B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56788A-BDDB-B64C-82A4-05BABE3FF2EA}" type="slidenum">
              <a:rPr lang="en-US" altLang="en-PR" sz="1400">
                <a:latin typeface="Times New Roman" panose="02020603050405020304" pitchFamily="18" charset="0"/>
              </a:rPr>
              <a:pPr/>
              <a:t>34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17442" name="Rectangle 2">
            <a:extLst>
              <a:ext uri="{FF2B5EF4-FFF2-40B4-BE49-F238E27FC236}">
                <a16:creationId xmlns:a16="http://schemas.microsoft.com/office/drawing/2014/main" id="{257B12F9-C6C7-7A4B-AECE-3EC2BA2E9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Insertion Algorithm (part 1)</a:t>
            </a:r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8FED283B-6DB3-0F4B-AEC7-72C4D0305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buFontTx/>
              <a:buNone/>
            </a:pPr>
            <a:r>
              <a:rPr lang="en-US" altLang="en-PR"/>
              <a:t>insert(root, tuple){</a:t>
            </a:r>
          </a:p>
          <a:p>
            <a:pPr eaLnBrk="1" hangingPunct="1">
              <a:buFontTx/>
              <a:buNone/>
            </a:pPr>
            <a:r>
              <a:rPr lang="en-US" altLang="en-PR"/>
              <a:t>	insertAux(root, tuple, newNode, newKey)</a:t>
            </a:r>
          </a:p>
          <a:p>
            <a:pPr eaLnBrk="1" hangingPunct="1">
              <a:buFontTx/>
              <a:buNone/>
            </a:pPr>
            <a:r>
              <a:rPr lang="en-US" altLang="en-PR"/>
              <a:t>	if (newNode != null){</a:t>
            </a:r>
          </a:p>
          <a:p>
            <a:pPr eaLnBrk="1" hangingPunct="1">
              <a:buFontTx/>
              <a:buNone/>
            </a:pPr>
            <a:r>
              <a:rPr lang="en-US" altLang="en-PR"/>
              <a:t>		Node temp = new Node().</a:t>
            </a:r>
          </a:p>
          <a:p>
            <a:pPr eaLnBrk="1" hangingPunct="1">
              <a:buFontTx/>
              <a:buNone/>
            </a:pPr>
            <a:r>
              <a:rPr lang="en-US" altLang="en-PR"/>
              <a:t>		temp.setKey(newKey, 0);</a:t>
            </a:r>
          </a:p>
          <a:p>
            <a:pPr eaLnBrk="1" hangingPunct="1">
              <a:buFontTx/>
              <a:buNone/>
            </a:pPr>
            <a:r>
              <a:rPr lang="en-US" altLang="en-PR"/>
              <a:t>		temp.setChild(0, root);</a:t>
            </a:r>
          </a:p>
          <a:p>
            <a:pPr eaLnBrk="1" hangingPunct="1">
              <a:buFontTx/>
              <a:buNone/>
            </a:pPr>
            <a:r>
              <a:rPr lang="en-US" altLang="en-PR"/>
              <a:t>		temp.setChild(1, newNode;</a:t>
            </a:r>
          </a:p>
          <a:p>
            <a:pPr eaLnBrk="1" hangingPunct="1">
              <a:buFontTx/>
              <a:buNone/>
            </a:pPr>
            <a:r>
              <a:rPr lang="en-US" altLang="en-PR"/>
              <a:t>		root = temp;</a:t>
            </a:r>
          </a:p>
          <a:p>
            <a:pPr eaLnBrk="1" hangingPunct="1">
              <a:buFontTx/>
              <a:buNone/>
            </a:pPr>
            <a:r>
              <a:rPr lang="en-US" altLang="en-PR"/>
              <a:t>	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Date Placeholder 3">
            <a:extLst>
              <a:ext uri="{FF2B5EF4-FFF2-40B4-BE49-F238E27FC236}">
                <a16:creationId xmlns:a16="http://schemas.microsoft.com/office/drawing/2014/main" id="{EBC45FA5-5766-414B-ADE0-A184744668C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66562" name="Footer Placeholder 4">
            <a:extLst>
              <a:ext uri="{FF2B5EF4-FFF2-40B4-BE49-F238E27FC236}">
                <a16:creationId xmlns:a16="http://schemas.microsoft.com/office/drawing/2014/main" id="{C2DBDF68-01E1-AE4B-A112-49B24B26B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66563" name="Slide Number Placeholder 5">
            <a:extLst>
              <a:ext uri="{FF2B5EF4-FFF2-40B4-BE49-F238E27FC236}">
                <a16:creationId xmlns:a16="http://schemas.microsoft.com/office/drawing/2014/main" id="{AD9212D5-03EC-294E-9E7A-5C93D542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2F559C-8FDE-7F4F-B0E4-26897041E639}" type="slidenum">
              <a:rPr lang="en-US" altLang="en-PR" sz="1400">
                <a:latin typeface="Times New Roman" panose="02020603050405020304" pitchFamily="18" charset="0"/>
              </a:rPr>
              <a:pPr/>
              <a:t>35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FAD2CBFC-9AE0-6B46-958F-85D357F96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Insertion Algorithm (part 2)</a:t>
            </a:r>
          </a:p>
        </p:txBody>
      </p:sp>
      <p:sp>
        <p:nvSpPr>
          <p:cNvPr id="66565" name="Rectangle 3">
            <a:extLst>
              <a:ext uri="{FF2B5EF4-FFF2-40B4-BE49-F238E27FC236}">
                <a16:creationId xmlns:a16="http://schemas.microsoft.com/office/drawing/2014/main" id="{20BE4D0F-361E-5B43-ABF7-B73A189326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insertAux(Node N, Tuple T, Node N2, Object key){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if (N is a leaf){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if (N has room)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	add T to the page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	return;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else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	Node N2 = new Node()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	keep first d keys and first d+1 pointers in N,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	move remaining keys and pointers to N2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	key = smallest key in N2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	N.next = N2;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	N2.prev = N;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	return;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Date Placeholder 3">
            <a:extLst>
              <a:ext uri="{FF2B5EF4-FFF2-40B4-BE49-F238E27FC236}">
                <a16:creationId xmlns:a16="http://schemas.microsoft.com/office/drawing/2014/main" id="{B08C1A6D-D4D2-C74C-A19A-175EBA08840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68610" name="Footer Placeholder 4">
            <a:extLst>
              <a:ext uri="{FF2B5EF4-FFF2-40B4-BE49-F238E27FC236}">
                <a16:creationId xmlns:a16="http://schemas.microsoft.com/office/drawing/2014/main" id="{0D3E65A5-446D-0C4E-8F04-0F07673EB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68611" name="Slide Number Placeholder 5">
            <a:extLst>
              <a:ext uri="{FF2B5EF4-FFF2-40B4-BE49-F238E27FC236}">
                <a16:creationId xmlns:a16="http://schemas.microsoft.com/office/drawing/2014/main" id="{FA7E2C8D-0DA1-9847-BA3E-AA29326AA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05ACDE-8189-CA49-8BF7-EE767959E0C0}" type="slidenum">
              <a:rPr lang="en-US" altLang="en-PR" sz="1400">
                <a:latin typeface="Times New Roman" panose="02020603050405020304" pitchFamily="18" charset="0"/>
              </a:rPr>
              <a:pPr/>
              <a:t>36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BD852F78-B96E-4940-A533-C4B66761B7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Insert Algorithm (part 3)</a:t>
            </a:r>
          </a:p>
        </p:txBody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D6CE54D9-AFB2-2340-B0E8-27C4FD7A8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else { // non-leaf case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	for each key Ki in N, i &lt;= 0 &lt;= m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		if (K</a:t>
            </a:r>
            <a:r>
              <a:rPr lang="en-US" altLang="en-PR" sz="2000"/>
              <a:t>i</a:t>
            </a:r>
            <a:r>
              <a:rPr lang="en-US" altLang="en-PR"/>
              <a:t> &lt;= T.key &lt; K</a:t>
            </a:r>
            <a:r>
              <a:rPr lang="en-US" altLang="en-PR" sz="2000"/>
              <a:t>i+1)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 sz="2000"/>
              <a:t>		    insertAux(N.Pi, T, </a:t>
            </a:r>
            <a:r>
              <a:rPr lang="en-US" altLang="en-PR"/>
              <a:t> N2, key);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	if (N2 == null) return;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	else if N is not full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		Rearrange keys in N to make room for key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		Add N2 as a new child of 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		N2 = null; key = null;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		return;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PR"/>
              <a:t>	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Date Placeholder 3">
            <a:extLst>
              <a:ext uri="{FF2B5EF4-FFF2-40B4-BE49-F238E27FC236}">
                <a16:creationId xmlns:a16="http://schemas.microsoft.com/office/drawing/2014/main" id="{796475FC-20E1-9143-A98A-92A41E82C0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70658" name="Footer Placeholder 4">
            <a:extLst>
              <a:ext uri="{FF2B5EF4-FFF2-40B4-BE49-F238E27FC236}">
                <a16:creationId xmlns:a16="http://schemas.microsoft.com/office/drawing/2014/main" id="{E1CE7E12-60B4-244E-8DFF-A270A148C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70659" name="Slide Number Placeholder 5">
            <a:extLst>
              <a:ext uri="{FF2B5EF4-FFF2-40B4-BE49-F238E27FC236}">
                <a16:creationId xmlns:a16="http://schemas.microsoft.com/office/drawing/2014/main" id="{65EB6CA5-35F9-C542-91BF-8A703A81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ABC1D7-5A36-464B-ADD8-25ADFB3219B8}" type="slidenum">
              <a:rPr lang="en-US" altLang="en-PR" sz="1400">
                <a:latin typeface="Times New Roman" panose="02020603050405020304" pitchFamily="18" charset="0"/>
              </a:rPr>
              <a:pPr/>
              <a:t>37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21F2E715-51DC-DE4D-9C28-05C13BDA0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Insert Algorithm (part 4)</a:t>
            </a:r>
          </a:p>
        </p:txBody>
      </p:sp>
      <p:sp>
        <p:nvSpPr>
          <p:cNvPr id="70661" name="Rectangle 3">
            <a:extLst>
              <a:ext uri="{FF2B5EF4-FFF2-40B4-BE49-F238E27FC236}">
                <a16:creationId xmlns:a16="http://schemas.microsoft.com/office/drawing/2014/main" id="{06C4C09C-99BF-5C48-B0BC-71F5E93F9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buFontTx/>
              <a:buNone/>
            </a:pPr>
            <a:r>
              <a:rPr lang="en-US" altLang="en-PR"/>
              <a:t>	else { //Node is full</a:t>
            </a:r>
          </a:p>
          <a:p>
            <a:pPr eaLnBrk="1" hangingPunct="1">
              <a:buFontTx/>
              <a:buNone/>
            </a:pPr>
            <a:r>
              <a:rPr lang="en-US" altLang="en-PR"/>
              <a:t>		Node temp = N2;</a:t>
            </a:r>
          </a:p>
          <a:p>
            <a:pPr eaLnBrk="1" hangingPunct="1">
              <a:buFontTx/>
              <a:buNone/>
            </a:pPr>
            <a:r>
              <a:rPr lang="en-US" altLang="en-PR"/>
              <a:t>		N2 = new Node();</a:t>
            </a:r>
          </a:p>
          <a:p>
            <a:pPr eaLnBrk="1" hangingPunct="1">
              <a:buFontTx/>
              <a:buNone/>
            </a:pPr>
            <a:r>
              <a:rPr lang="en-US" altLang="en-PR"/>
              <a:t>		add key to list of keys to distribute</a:t>
            </a:r>
          </a:p>
          <a:p>
            <a:pPr eaLnBrk="1" hangingPunct="1">
              <a:buFontTx/>
              <a:buNone/>
            </a:pPr>
            <a:r>
              <a:rPr lang="en-US" altLang="en-PR"/>
              <a:t>		add temp to list of pointers to distributed </a:t>
            </a:r>
          </a:p>
          <a:p>
            <a:pPr eaLnBrk="1" hangingPunct="1">
              <a:buFontTx/>
              <a:buNone/>
            </a:pPr>
            <a:r>
              <a:rPr lang="en-US" altLang="en-PR"/>
              <a:t>		move last d keys and last d+1pointers to N2</a:t>
            </a:r>
          </a:p>
          <a:p>
            <a:pPr eaLnBrk="1" hangingPunct="1">
              <a:buFontTx/>
              <a:buNone/>
            </a:pPr>
            <a:r>
              <a:rPr lang="en-US" altLang="en-PR"/>
              <a:t>		keep first d keys and first d+1 pointers in N</a:t>
            </a:r>
          </a:p>
          <a:p>
            <a:pPr eaLnBrk="1" hangingPunct="1">
              <a:buFontTx/>
              <a:buNone/>
            </a:pPr>
            <a:r>
              <a:rPr lang="en-US" altLang="en-PR"/>
              <a:t>		key = middle key </a:t>
            </a:r>
          </a:p>
          <a:p>
            <a:pPr eaLnBrk="1" hangingPunct="1">
              <a:buFontTx/>
              <a:buNone/>
            </a:pPr>
            <a:r>
              <a:rPr lang="en-US" altLang="en-PR"/>
              <a:t>		return;</a:t>
            </a:r>
          </a:p>
          <a:p>
            <a:pPr eaLnBrk="1" hangingPunct="1">
              <a:buFontTx/>
              <a:buNone/>
            </a:pPr>
            <a:r>
              <a:rPr lang="en-US" altLang="en-PR"/>
              <a:t>	}	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Date Placeholder 3">
            <a:extLst>
              <a:ext uri="{FF2B5EF4-FFF2-40B4-BE49-F238E27FC236}">
                <a16:creationId xmlns:a16="http://schemas.microsoft.com/office/drawing/2014/main" id="{D93B078E-BDB7-B247-9D4D-33FD34D297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72706" name="Footer Placeholder 4">
            <a:extLst>
              <a:ext uri="{FF2B5EF4-FFF2-40B4-BE49-F238E27FC236}">
                <a16:creationId xmlns:a16="http://schemas.microsoft.com/office/drawing/2014/main" id="{CC3EB400-344E-E042-BF62-16A9D3205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72707" name="Slide Number Placeholder 5">
            <a:extLst>
              <a:ext uri="{FF2B5EF4-FFF2-40B4-BE49-F238E27FC236}">
                <a16:creationId xmlns:a16="http://schemas.microsoft.com/office/drawing/2014/main" id="{01516486-40BB-7249-8E45-9FF24103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06D45E-4618-4F4F-87C9-B3DB49E092BA}" type="slidenum">
              <a:rPr lang="en-US" altLang="en-PR" sz="1400">
                <a:latin typeface="Times New Roman" panose="02020603050405020304" pitchFamily="18" charset="0"/>
              </a:rPr>
              <a:pPr/>
              <a:t>38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38946" name="Rectangle 2">
            <a:extLst>
              <a:ext uri="{FF2B5EF4-FFF2-40B4-BE49-F238E27FC236}">
                <a16:creationId xmlns:a16="http://schemas.microsoft.com/office/drawing/2014/main" id="{1B8BD147-09C6-D34C-9F62-3347D3B668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Erase Algorithm</a:t>
            </a:r>
          </a:p>
        </p:txBody>
      </p:sp>
      <p:sp>
        <p:nvSpPr>
          <p:cNvPr id="72709" name="Rectangle 3">
            <a:extLst>
              <a:ext uri="{FF2B5EF4-FFF2-40B4-BE49-F238E27FC236}">
                <a16:creationId xmlns:a16="http://schemas.microsoft.com/office/drawing/2014/main" id="{1058485B-04D1-6749-86C0-A70B592B8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r>
              <a:rPr lang="en-US" altLang="en-PR"/>
              <a:t>Idea is to erase elements at the leaf level</a:t>
            </a:r>
          </a:p>
          <a:p>
            <a:pPr lvl="1" eaLnBrk="1" hangingPunct="1"/>
            <a:r>
              <a:rPr lang="en-US" altLang="en-PR"/>
              <a:t>Recall that leaf is the actual page with data</a:t>
            </a:r>
          </a:p>
          <a:p>
            <a:pPr eaLnBrk="1" hangingPunct="1"/>
            <a:r>
              <a:rPr lang="en-US" altLang="en-PR"/>
              <a:t>Each leaf and internal node has a limit on number of elements to hold: d &lt;= m &lt;= 2d</a:t>
            </a:r>
          </a:p>
          <a:p>
            <a:pPr eaLnBrk="1" hangingPunct="1"/>
            <a:r>
              <a:rPr lang="en-US" altLang="en-PR"/>
              <a:t>If erase make leaf or internal node under-used we need to either</a:t>
            </a:r>
          </a:p>
          <a:p>
            <a:pPr lvl="1" eaLnBrk="1" hangingPunct="1"/>
            <a:r>
              <a:rPr lang="en-US" altLang="en-PR"/>
              <a:t>Redistribute values with sibling node</a:t>
            </a:r>
          </a:p>
          <a:p>
            <a:pPr lvl="1" eaLnBrk="1" hangingPunct="1"/>
            <a:r>
              <a:rPr lang="en-US" altLang="en-PR"/>
              <a:t>Drop the node, and merge its values with a sibling</a:t>
            </a:r>
          </a:p>
          <a:p>
            <a:pPr lvl="1" eaLnBrk="1" hangingPunct="1"/>
            <a:r>
              <a:rPr lang="en-US" altLang="en-PR"/>
              <a:t>In worst case, the erase cascades to the root and the root is dropped in favor of one of its children</a:t>
            </a:r>
          </a:p>
          <a:p>
            <a:pPr lvl="2" eaLnBrk="1" hangingPunct="1"/>
            <a:r>
              <a:rPr lang="en-US" altLang="en-PR"/>
              <a:t>Height of the tree decrease by 1</a:t>
            </a:r>
          </a:p>
          <a:p>
            <a:pPr eaLnBrk="1" hangingPunct="1"/>
            <a:r>
              <a:rPr lang="en-US" altLang="en-PR"/>
              <a:t>Erase is O(log</a:t>
            </a:r>
            <a:r>
              <a:rPr lang="en-US" altLang="en-PR" sz="1800"/>
              <a:t>m</a:t>
            </a:r>
            <a:r>
              <a:rPr lang="en-US" altLang="en-PR"/>
              <a:t>(N))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Date Placeholder 2">
            <a:extLst>
              <a:ext uri="{FF2B5EF4-FFF2-40B4-BE49-F238E27FC236}">
                <a16:creationId xmlns:a16="http://schemas.microsoft.com/office/drawing/2014/main" id="{B94FFB3C-A9D5-1A4D-B0FE-DCEC5B658F0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74754" name="Footer Placeholder 3">
            <a:extLst>
              <a:ext uri="{FF2B5EF4-FFF2-40B4-BE49-F238E27FC236}">
                <a16:creationId xmlns:a16="http://schemas.microsoft.com/office/drawing/2014/main" id="{F1B69587-88E2-484F-9C6E-8FFB13B2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74755" name="Slide Number Placeholder 4">
            <a:extLst>
              <a:ext uri="{FF2B5EF4-FFF2-40B4-BE49-F238E27FC236}">
                <a16:creationId xmlns:a16="http://schemas.microsoft.com/office/drawing/2014/main" id="{DE4037E3-C606-BF45-966A-DD6BC26D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9FF774-A6D5-934A-A159-668009444203}" type="slidenum">
              <a:rPr lang="en-US" altLang="en-PR" sz="1400">
                <a:latin typeface="Times New Roman" panose="02020603050405020304" pitchFamily="18" charset="0"/>
              </a:rPr>
              <a:pPr/>
              <a:t>39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47138" name="Rectangle 2">
            <a:extLst>
              <a:ext uri="{FF2B5EF4-FFF2-40B4-BE49-F238E27FC236}">
                <a16:creationId xmlns:a16="http://schemas.microsoft.com/office/drawing/2014/main" id="{8F2DBB7A-3498-B742-867D-62C6CA0F8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Easy Erase</a:t>
            </a:r>
          </a:p>
        </p:txBody>
      </p:sp>
      <p:graphicFrame>
        <p:nvGraphicFramePr>
          <p:cNvPr id="347139" name="Group 3">
            <a:extLst>
              <a:ext uri="{FF2B5EF4-FFF2-40B4-BE49-F238E27FC236}">
                <a16:creationId xmlns:a16="http://schemas.microsoft.com/office/drawing/2014/main" id="{42BCB8F3-F594-424F-81F9-D03C184568B9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7153" name="Group 17">
            <a:extLst>
              <a:ext uri="{FF2B5EF4-FFF2-40B4-BE49-F238E27FC236}">
                <a16:creationId xmlns:a16="http://schemas.microsoft.com/office/drawing/2014/main" id="{BCB8F668-6951-4E44-979B-519B21F85C8B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7161" name="Group 25">
            <a:extLst>
              <a:ext uri="{FF2B5EF4-FFF2-40B4-BE49-F238E27FC236}">
                <a16:creationId xmlns:a16="http://schemas.microsoft.com/office/drawing/2014/main" id="{4F2671E0-6E2E-7A41-9C70-65395A196EE7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787" name="Line 33">
            <a:extLst>
              <a:ext uri="{FF2B5EF4-FFF2-40B4-BE49-F238E27FC236}">
                <a16:creationId xmlns:a16="http://schemas.microsoft.com/office/drawing/2014/main" id="{784DFB6A-4889-1749-9A2F-D8CBF936E4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0574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88" name="Line 34">
            <a:extLst>
              <a:ext uri="{FF2B5EF4-FFF2-40B4-BE49-F238E27FC236}">
                <a16:creationId xmlns:a16="http://schemas.microsoft.com/office/drawing/2014/main" id="{9D0614B1-8DCD-3E42-B076-DFB816F689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7171" name="Group 35">
            <a:extLst>
              <a:ext uri="{FF2B5EF4-FFF2-40B4-BE49-F238E27FC236}">
                <a16:creationId xmlns:a16="http://schemas.microsoft.com/office/drawing/2014/main" id="{C64D0E5F-6E83-134C-BCE6-0ED56463D172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038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7185" name="Group 49">
            <a:extLst>
              <a:ext uri="{FF2B5EF4-FFF2-40B4-BE49-F238E27FC236}">
                <a16:creationId xmlns:a16="http://schemas.microsoft.com/office/drawing/2014/main" id="{9134D504-C005-E446-BCEA-31ACC8CC3ABE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7193" name="Group 57">
            <a:extLst>
              <a:ext uri="{FF2B5EF4-FFF2-40B4-BE49-F238E27FC236}">
                <a16:creationId xmlns:a16="http://schemas.microsoft.com/office/drawing/2014/main" id="{257D7642-0B09-9B4A-A00A-82366ADEE1BA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7201" name="Group 65">
            <a:extLst>
              <a:ext uri="{FF2B5EF4-FFF2-40B4-BE49-F238E27FC236}">
                <a16:creationId xmlns:a16="http://schemas.microsoft.com/office/drawing/2014/main" id="{D4A49876-9417-0F4E-B42E-01CD0F35B496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827" name="Line 73">
            <a:extLst>
              <a:ext uri="{FF2B5EF4-FFF2-40B4-BE49-F238E27FC236}">
                <a16:creationId xmlns:a16="http://schemas.microsoft.com/office/drawing/2014/main" id="{A0970BB7-395F-414D-BA53-A4A135B35F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5720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828" name="Line 74">
            <a:extLst>
              <a:ext uri="{FF2B5EF4-FFF2-40B4-BE49-F238E27FC236}">
                <a16:creationId xmlns:a16="http://schemas.microsoft.com/office/drawing/2014/main" id="{0A47E0A8-018A-EE46-B21E-57E21F46DE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648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829" name="Freeform 75">
            <a:extLst>
              <a:ext uri="{FF2B5EF4-FFF2-40B4-BE49-F238E27FC236}">
                <a16:creationId xmlns:a16="http://schemas.microsoft.com/office/drawing/2014/main" id="{8F6DB9DA-6F60-A44C-80EC-D88AE88D1358}"/>
              </a:ext>
            </a:extLst>
          </p:cNvPr>
          <p:cNvSpPr>
            <a:spLocks/>
          </p:cNvSpPr>
          <p:nvPr/>
        </p:nvSpPr>
        <p:spPr bwMode="auto">
          <a:xfrm>
            <a:off x="7010400" y="1676400"/>
            <a:ext cx="533400" cy="2667000"/>
          </a:xfrm>
          <a:custGeom>
            <a:avLst/>
            <a:gdLst>
              <a:gd name="T0" fmla="*/ 0 w 1600"/>
              <a:gd name="T1" fmla="*/ 228600 h 1680"/>
              <a:gd name="T2" fmla="*/ 432054 w 1600"/>
              <a:gd name="T3" fmla="*/ 228600 h 1680"/>
              <a:gd name="T4" fmla="*/ 464058 w 1600"/>
              <a:gd name="T5" fmla="*/ 1600200 h 1680"/>
              <a:gd name="T6" fmla="*/ 16002 w 16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0" h="1680">
                <a:moveTo>
                  <a:pt x="0" y="144"/>
                </a:moveTo>
                <a:cubicBezTo>
                  <a:pt x="532" y="72"/>
                  <a:pt x="1064" y="0"/>
                  <a:pt x="1296" y="144"/>
                </a:cubicBezTo>
                <a:cubicBezTo>
                  <a:pt x="1528" y="288"/>
                  <a:pt x="1600" y="752"/>
                  <a:pt x="1392" y="1008"/>
                </a:cubicBezTo>
                <a:cubicBezTo>
                  <a:pt x="1184" y="1264"/>
                  <a:pt x="616" y="1472"/>
                  <a:pt x="48" y="168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7212" name="Group 76">
            <a:extLst>
              <a:ext uri="{FF2B5EF4-FFF2-40B4-BE49-F238E27FC236}">
                <a16:creationId xmlns:a16="http://schemas.microsoft.com/office/drawing/2014/main" id="{156D91FE-D037-1749-BE72-D044C0B79925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838" name="Line 84">
            <a:extLst>
              <a:ext uri="{FF2B5EF4-FFF2-40B4-BE49-F238E27FC236}">
                <a16:creationId xmlns:a16="http://schemas.microsoft.com/office/drawing/2014/main" id="{D4E330B4-BD6A-7241-A263-0DC788C878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6482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839" name="Line 85">
            <a:extLst>
              <a:ext uri="{FF2B5EF4-FFF2-40B4-BE49-F238E27FC236}">
                <a16:creationId xmlns:a16="http://schemas.microsoft.com/office/drawing/2014/main" id="{B5844E92-710F-844E-AD89-449A6D9D60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1336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840" name="Text Box 86">
            <a:extLst>
              <a:ext uri="{FF2B5EF4-FFF2-40B4-BE49-F238E27FC236}">
                <a16:creationId xmlns:a16="http://schemas.microsoft.com/office/drawing/2014/main" id="{18194FC2-A76C-1E4E-B361-D86A45F2F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1" y="2338389"/>
            <a:ext cx="18081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200"/>
              <a:t>Erase 15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Date Placeholder 2">
            <a:extLst>
              <a:ext uri="{FF2B5EF4-FFF2-40B4-BE49-F238E27FC236}">
                <a16:creationId xmlns:a16="http://schemas.microsoft.com/office/drawing/2014/main" id="{F0E294DB-2930-294A-92DB-254A2E6A468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76802" name="Footer Placeholder 3">
            <a:extLst>
              <a:ext uri="{FF2B5EF4-FFF2-40B4-BE49-F238E27FC236}">
                <a16:creationId xmlns:a16="http://schemas.microsoft.com/office/drawing/2014/main" id="{EFD43CD1-A3C8-FF40-B1B9-130EFDD72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76803" name="Slide Number Placeholder 4">
            <a:extLst>
              <a:ext uri="{FF2B5EF4-FFF2-40B4-BE49-F238E27FC236}">
                <a16:creationId xmlns:a16="http://schemas.microsoft.com/office/drawing/2014/main" id="{509EA885-465A-254C-B614-854E1F19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2E55B0-D7E7-094E-A654-9F13CEED464A}" type="slidenum">
              <a:rPr lang="en-US" altLang="en-PR" sz="1400">
                <a:latin typeface="Times New Roman" panose="02020603050405020304" pitchFamily="18" charset="0"/>
              </a:rPr>
              <a:pPr/>
              <a:t>40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49186" name="Rectangle 2">
            <a:extLst>
              <a:ext uri="{FF2B5EF4-FFF2-40B4-BE49-F238E27FC236}">
                <a16:creationId xmlns:a16="http://schemas.microsoft.com/office/drawing/2014/main" id="{CFBD94DD-E2FE-A349-AD30-8D9FFE8840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 sz="3200"/>
              <a:t>More Complex Erase: Redistribute leaf (I)</a:t>
            </a:r>
          </a:p>
        </p:txBody>
      </p:sp>
      <p:graphicFrame>
        <p:nvGraphicFramePr>
          <p:cNvPr id="349187" name="Group 3">
            <a:extLst>
              <a:ext uri="{FF2B5EF4-FFF2-40B4-BE49-F238E27FC236}">
                <a16:creationId xmlns:a16="http://schemas.microsoft.com/office/drawing/2014/main" id="{10D273DE-AC9F-E44A-99FD-6A4D10DE4885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9201" name="Group 17">
            <a:extLst>
              <a:ext uri="{FF2B5EF4-FFF2-40B4-BE49-F238E27FC236}">
                <a16:creationId xmlns:a16="http://schemas.microsoft.com/office/drawing/2014/main" id="{9E1D018A-C0D1-ED48-B69B-A23ADC091608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9209" name="Group 25">
            <a:extLst>
              <a:ext uri="{FF2B5EF4-FFF2-40B4-BE49-F238E27FC236}">
                <a16:creationId xmlns:a16="http://schemas.microsoft.com/office/drawing/2014/main" id="{13E731AA-2840-B146-964B-66A77B6B95D1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835" name="Line 33">
            <a:extLst>
              <a:ext uri="{FF2B5EF4-FFF2-40B4-BE49-F238E27FC236}">
                <a16:creationId xmlns:a16="http://schemas.microsoft.com/office/drawing/2014/main" id="{E8043445-8580-314F-8421-5EA76D6D97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0574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36" name="Line 34">
            <a:extLst>
              <a:ext uri="{FF2B5EF4-FFF2-40B4-BE49-F238E27FC236}">
                <a16:creationId xmlns:a16="http://schemas.microsoft.com/office/drawing/2014/main" id="{EB04C9AE-3D44-6F47-9362-D765BDC565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9219" name="Group 35">
            <a:extLst>
              <a:ext uri="{FF2B5EF4-FFF2-40B4-BE49-F238E27FC236}">
                <a16:creationId xmlns:a16="http://schemas.microsoft.com/office/drawing/2014/main" id="{A14420A7-8A38-2E48-B74D-F285A8D42642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038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9233" name="Group 49">
            <a:extLst>
              <a:ext uri="{FF2B5EF4-FFF2-40B4-BE49-F238E27FC236}">
                <a16:creationId xmlns:a16="http://schemas.microsoft.com/office/drawing/2014/main" id="{BAA5786B-B43B-3B4E-9508-D88029ECCCC7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9241" name="Group 57">
            <a:extLst>
              <a:ext uri="{FF2B5EF4-FFF2-40B4-BE49-F238E27FC236}">
                <a16:creationId xmlns:a16="http://schemas.microsoft.com/office/drawing/2014/main" id="{A0FAF5E4-8FAA-1349-BAC6-C002A630A0CA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9249" name="Group 65">
            <a:extLst>
              <a:ext uri="{FF2B5EF4-FFF2-40B4-BE49-F238E27FC236}">
                <a16:creationId xmlns:a16="http://schemas.microsoft.com/office/drawing/2014/main" id="{92C9C3A4-7058-7C42-B5FA-BDD8890F63CA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875" name="Line 73">
            <a:extLst>
              <a:ext uri="{FF2B5EF4-FFF2-40B4-BE49-F238E27FC236}">
                <a16:creationId xmlns:a16="http://schemas.microsoft.com/office/drawing/2014/main" id="{846607F6-DD61-D948-BEB3-DF7A3F94FF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5720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76" name="Line 74">
            <a:extLst>
              <a:ext uri="{FF2B5EF4-FFF2-40B4-BE49-F238E27FC236}">
                <a16:creationId xmlns:a16="http://schemas.microsoft.com/office/drawing/2014/main" id="{DC290C82-834B-6747-B33C-4E9290E467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648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77" name="Freeform 75">
            <a:extLst>
              <a:ext uri="{FF2B5EF4-FFF2-40B4-BE49-F238E27FC236}">
                <a16:creationId xmlns:a16="http://schemas.microsoft.com/office/drawing/2014/main" id="{A56150B6-0213-8B4C-A965-87C4E334234D}"/>
              </a:ext>
            </a:extLst>
          </p:cNvPr>
          <p:cNvSpPr>
            <a:spLocks/>
          </p:cNvSpPr>
          <p:nvPr/>
        </p:nvSpPr>
        <p:spPr bwMode="auto">
          <a:xfrm>
            <a:off x="7010400" y="1676400"/>
            <a:ext cx="533400" cy="2667000"/>
          </a:xfrm>
          <a:custGeom>
            <a:avLst/>
            <a:gdLst>
              <a:gd name="T0" fmla="*/ 0 w 1600"/>
              <a:gd name="T1" fmla="*/ 228600 h 1680"/>
              <a:gd name="T2" fmla="*/ 432054 w 1600"/>
              <a:gd name="T3" fmla="*/ 228600 h 1680"/>
              <a:gd name="T4" fmla="*/ 464058 w 1600"/>
              <a:gd name="T5" fmla="*/ 1600200 h 1680"/>
              <a:gd name="T6" fmla="*/ 16002 w 16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0" h="1680">
                <a:moveTo>
                  <a:pt x="0" y="144"/>
                </a:moveTo>
                <a:cubicBezTo>
                  <a:pt x="532" y="72"/>
                  <a:pt x="1064" y="0"/>
                  <a:pt x="1296" y="144"/>
                </a:cubicBezTo>
                <a:cubicBezTo>
                  <a:pt x="1528" y="288"/>
                  <a:pt x="1600" y="752"/>
                  <a:pt x="1392" y="1008"/>
                </a:cubicBezTo>
                <a:cubicBezTo>
                  <a:pt x="1184" y="1264"/>
                  <a:pt x="616" y="1472"/>
                  <a:pt x="48" y="168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9260" name="Group 76">
            <a:extLst>
              <a:ext uri="{FF2B5EF4-FFF2-40B4-BE49-F238E27FC236}">
                <a16:creationId xmlns:a16="http://schemas.microsoft.com/office/drawing/2014/main" id="{281A96E4-3A9D-7744-9974-09743394D084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6886" name="Line 84">
            <a:extLst>
              <a:ext uri="{FF2B5EF4-FFF2-40B4-BE49-F238E27FC236}">
                <a16:creationId xmlns:a16="http://schemas.microsoft.com/office/drawing/2014/main" id="{306F7C1F-D9AE-C44A-97EE-795DECF7A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6482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87" name="Line 85">
            <a:extLst>
              <a:ext uri="{FF2B5EF4-FFF2-40B4-BE49-F238E27FC236}">
                <a16:creationId xmlns:a16="http://schemas.microsoft.com/office/drawing/2014/main" id="{4B1CB606-80D3-E048-81CE-B0CBF39AA8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1336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88" name="Text Box 86">
            <a:extLst>
              <a:ext uri="{FF2B5EF4-FFF2-40B4-BE49-F238E27FC236}">
                <a16:creationId xmlns:a16="http://schemas.microsoft.com/office/drawing/2014/main" id="{F2C7CC58-F217-D341-A6AD-C738F736F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1" y="2338389"/>
            <a:ext cx="18081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200"/>
              <a:t>Erase 38</a:t>
            </a:r>
          </a:p>
        </p:txBody>
      </p:sp>
      <p:sp>
        <p:nvSpPr>
          <p:cNvPr id="76889" name="Text Box 87">
            <a:extLst>
              <a:ext uri="{FF2B5EF4-FFF2-40B4-BE49-F238E27FC236}">
                <a16:creationId xmlns:a16="http://schemas.microsoft.com/office/drawing/2014/main" id="{712F89B6-034C-C941-BE7F-1DC1904DB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1" y="4191000"/>
            <a:ext cx="193193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Need to </a:t>
            </a:r>
          </a:p>
          <a:p>
            <a:pPr eaLnBrk="1" hangingPunct="1"/>
            <a:r>
              <a:rPr lang="en-US" altLang="en-PR"/>
              <a:t>See if sibling</a:t>
            </a:r>
          </a:p>
          <a:p>
            <a:pPr eaLnBrk="1" hangingPunct="1"/>
            <a:r>
              <a:rPr lang="en-US" altLang="en-PR"/>
              <a:t>Has data to </a:t>
            </a:r>
          </a:p>
          <a:p>
            <a:pPr eaLnBrk="1" hangingPunct="1"/>
            <a:r>
              <a:rPr lang="en-US" altLang="en-PR"/>
              <a:t>spare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Date Placeholder 2">
            <a:extLst>
              <a:ext uri="{FF2B5EF4-FFF2-40B4-BE49-F238E27FC236}">
                <a16:creationId xmlns:a16="http://schemas.microsoft.com/office/drawing/2014/main" id="{E51D7C50-5C72-9147-8430-868CA1AADF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78850" name="Footer Placeholder 3">
            <a:extLst>
              <a:ext uri="{FF2B5EF4-FFF2-40B4-BE49-F238E27FC236}">
                <a16:creationId xmlns:a16="http://schemas.microsoft.com/office/drawing/2014/main" id="{487487BA-E08C-454F-B436-C59E57A21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78851" name="Slide Number Placeholder 4">
            <a:extLst>
              <a:ext uri="{FF2B5EF4-FFF2-40B4-BE49-F238E27FC236}">
                <a16:creationId xmlns:a16="http://schemas.microsoft.com/office/drawing/2014/main" id="{E45FF262-273E-0E4A-A10D-0064D8A3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BE5C7F-A5CA-FA4E-AA30-793690F7D497}" type="slidenum">
              <a:rPr lang="en-US" altLang="en-PR" sz="1400">
                <a:latin typeface="Times New Roman" panose="02020603050405020304" pitchFamily="18" charset="0"/>
              </a:rPr>
              <a:pPr/>
              <a:t>41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51234" name="Rectangle 2">
            <a:extLst>
              <a:ext uri="{FF2B5EF4-FFF2-40B4-BE49-F238E27FC236}">
                <a16:creationId xmlns:a16="http://schemas.microsoft.com/office/drawing/2014/main" id="{18FE2E56-3E1C-3E45-BB2B-F5BB32FB5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 sz="3200"/>
              <a:t>More Complex Erase: Redistribute leaf (II)</a:t>
            </a:r>
          </a:p>
        </p:txBody>
      </p:sp>
      <p:graphicFrame>
        <p:nvGraphicFramePr>
          <p:cNvPr id="351235" name="Group 3">
            <a:extLst>
              <a:ext uri="{FF2B5EF4-FFF2-40B4-BE49-F238E27FC236}">
                <a16:creationId xmlns:a16="http://schemas.microsoft.com/office/drawing/2014/main" id="{7B390ED0-A78D-1045-96E2-1CB2C906114E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1249" name="Group 17">
            <a:extLst>
              <a:ext uri="{FF2B5EF4-FFF2-40B4-BE49-F238E27FC236}">
                <a16:creationId xmlns:a16="http://schemas.microsoft.com/office/drawing/2014/main" id="{EF156150-3F03-AE4C-83BB-D6EDFC35AE28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1257" name="Group 25">
            <a:extLst>
              <a:ext uri="{FF2B5EF4-FFF2-40B4-BE49-F238E27FC236}">
                <a16:creationId xmlns:a16="http://schemas.microsoft.com/office/drawing/2014/main" id="{4934BD3F-F477-4345-88C4-90D413625FA1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883" name="Line 33">
            <a:extLst>
              <a:ext uri="{FF2B5EF4-FFF2-40B4-BE49-F238E27FC236}">
                <a16:creationId xmlns:a16="http://schemas.microsoft.com/office/drawing/2014/main" id="{4543CCBA-F66D-ED41-BB75-FB94C683AC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0574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4" name="Line 34">
            <a:extLst>
              <a:ext uri="{FF2B5EF4-FFF2-40B4-BE49-F238E27FC236}">
                <a16:creationId xmlns:a16="http://schemas.microsoft.com/office/drawing/2014/main" id="{148D0DB6-398F-1C4E-B7B7-B9630398A1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1267" name="Group 35">
            <a:extLst>
              <a:ext uri="{FF2B5EF4-FFF2-40B4-BE49-F238E27FC236}">
                <a16:creationId xmlns:a16="http://schemas.microsoft.com/office/drawing/2014/main" id="{0820B583-FE3B-5D4B-B83F-96946A244FCC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038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1281" name="Group 49">
            <a:extLst>
              <a:ext uri="{FF2B5EF4-FFF2-40B4-BE49-F238E27FC236}">
                <a16:creationId xmlns:a16="http://schemas.microsoft.com/office/drawing/2014/main" id="{8592395E-48DC-8C49-A72C-9A90B3AF4362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1289" name="Group 57">
            <a:extLst>
              <a:ext uri="{FF2B5EF4-FFF2-40B4-BE49-F238E27FC236}">
                <a16:creationId xmlns:a16="http://schemas.microsoft.com/office/drawing/2014/main" id="{98B0D94C-8939-CA4A-9774-2CC4D9187045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1297" name="Group 65">
            <a:extLst>
              <a:ext uri="{FF2B5EF4-FFF2-40B4-BE49-F238E27FC236}">
                <a16:creationId xmlns:a16="http://schemas.microsoft.com/office/drawing/2014/main" id="{E3CE44DE-CE76-E743-AD98-205B5FDA9BB0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923" name="Line 73">
            <a:extLst>
              <a:ext uri="{FF2B5EF4-FFF2-40B4-BE49-F238E27FC236}">
                <a16:creationId xmlns:a16="http://schemas.microsoft.com/office/drawing/2014/main" id="{9B0D2F9F-C103-704B-B960-1A5D8A95EF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5720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924" name="Line 74">
            <a:extLst>
              <a:ext uri="{FF2B5EF4-FFF2-40B4-BE49-F238E27FC236}">
                <a16:creationId xmlns:a16="http://schemas.microsoft.com/office/drawing/2014/main" id="{5D3D19C0-150F-9C47-8A98-3FB12857F3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648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925" name="Freeform 75">
            <a:extLst>
              <a:ext uri="{FF2B5EF4-FFF2-40B4-BE49-F238E27FC236}">
                <a16:creationId xmlns:a16="http://schemas.microsoft.com/office/drawing/2014/main" id="{CC2C8C6F-1950-5745-96D8-577EF2670C37}"/>
              </a:ext>
            </a:extLst>
          </p:cNvPr>
          <p:cNvSpPr>
            <a:spLocks/>
          </p:cNvSpPr>
          <p:nvPr/>
        </p:nvSpPr>
        <p:spPr bwMode="auto">
          <a:xfrm>
            <a:off x="7010400" y="1676400"/>
            <a:ext cx="533400" cy="2667000"/>
          </a:xfrm>
          <a:custGeom>
            <a:avLst/>
            <a:gdLst>
              <a:gd name="T0" fmla="*/ 0 w 1600"/>
              <a:gd name="T1" fmla="*/ 228600 h 1680"/>
              <a:gd name="T2" fmla="*/ 432054 w 1600"/>
              <a:gd name="T3" fmla="*/ 228600 h 1680"/>
              <a:gd name="T4" fmla="*/ 464058 w 1600"/>
              <a:gd name="T5" fmla="*/ 1600200 h 1680"/>
              <a:gd name="T6" fmla="*/ 16002 w 16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0" h="1680">
                <a:moveTo>
                  <a:pt x="0" y="144"/>
                </a:moveTo>
                <a:cubicBezTo>
                  <a:pt x="532" y="72"/>
                  <a:pt x="1064" y="0"/>
                  <a:pt x="1296" y="144"/>
                </a:cubicBezTo>
                <a:cubicBezTo>
                  <a:pt x="1528" y="288"/>
                  <a:pt x="1600" y="752"/>
                  <a:pt x="1392" y="1008"/>
                </a:cubicBezTo>
                <a:cubicBezTo>
                  <a:pt x="1184" y="1264"/>
                  <a:pt x="616" y="1472"/>
                  <a:pt x="48" y="168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1308" name="Group 76">
            <a:extLst>
              <a:ext uri="{FF2B5EF4-FFF2-40B4-BE49-F238E27FC236}">
                <a16:creationId xmlns:a16="http://schemas.microsoft.com/office/drawing/2014/main" id="{18D5F9DF-8EE0-A843-8113-08BCFBE196AC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934" name="Line 84">
            <a:extLst>
              <a:ext uri="{FF2B5EF4-FFF2-40B4-BE49-F238E27FC236}">
                <a16:creationId xmlns:a16="http://schemas.microsoft.com/office/drawing/2014/main" id="{06583E1B-6F18-AF43-8642-ACE29D79D7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6482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935" name="Line 85">
            <a:extLst>
              <a:ext uri="{FF2B5EF4-FFF2-40B4-BE49-F238E27FC236}">
                <a16:creationId xmlns:a16="http://schemas.microsoft.com/office/drawing/2014/main" id="{47D745DD-2C54-D24F-9795-AA5F41F38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1336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936" name="Text Box 86">
            <a:extLst>
              <a:ext uri="{FF2B5EF4-FFF2-40B4-BE49-F238E27FC236}">
                <a16:creationId xmlns:a16="http://schemas.microsoft.com/office/drawing/2014/main" id="{1D46549E-EB4E-094F-B126-C4FCBFA79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2338389"/>
            <a:ext cx="184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PR" altLang="en-PR" sz="3200"/>
          </a:p>
        </p:txBody>
      </p:sp>
      <p:sp>
        <p:nvSpPr>
          <p:cNvPr id="78937" name="Text Box 87">
            <a:extLst>
              <a:ext uri="{FF2B5EF4-FFF2-40B4-BE49-F238E27FC236}">
                <a16:creationId xmlns:a16="http://schemas.microsoft.com/office/drawing/2014/main" id="{03CEFBF5-7DDA-9549-AD02-34AEC32DA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1" y="2209801"/>
            <a:ext cx="220605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44 is borrowed</a:t>
            </a:r>
          </a:p>
          <a:p>
            <a:pPr eaLnBrk="1" hangingPunct="1"/>
            <a:endParaRPr lang="en-US" altLang="en-PR"/>
          </a:p>
        </p:txBody>
      </p:sp>
      <p:sp>
        <p:nvSpPr>
          <p:cNvPr id="78938" name="Text Box 88">
            <a:extLst>
              <a:ext uri="{FF2B5EF4-FFF2-40B4-BE49-F238E27FC236}">
                <a16:creationId xmlns:a16="http://schemas.microsoft.com/office/drawing/2014/main" id="{B6AD1F04-632A-964D-9D54-AAFFB8AD8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1" y="3810000"/>
            <a:ext cx="175881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Copy up </a:t>
            </a:r>
          </a:p>
          <a:p>
            <a:pPr eaLnBrk="1" hangingPunct="1"/>
            <a:r>
              <a:rPr lang="en-US" altLang="en-PR"/>
              <a:t>67 which is</a:t>
            </a:r>
          </a:p>
          <a:p>
            <a:pPr eaLnBrk="1" hangingPunct="1"/>
            <a:r>
              <a:rPr lang="en-US" altLang="en-PR"/>
              <a:t>Min key on </a:t>
            </a:r>
          </a:p>
          <a:p>
            <a:pPr eaLnBrk="1" hangingPunct="1"/>
            <a:r>
              <a:rPr lang="en-US" altLang="en-PR"/>
              <a:t>Remaining </a:t>
            </a:r>
          </a:p>
          <a:p>
            <a:pPr eaLnBrk="1" hangingPunct="1"/>
            <a:r>
              <a:rPr lang="en-US" altLang="en-PR"/>
              <a:t>child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Date Placeholder 2">
            <a:extLst>
              <a:ext uri="{FF2B5EF4-FFF2-40B4-BE49-F238E27FC236}">
                <a16:creationId xmlns:a16="http://schemas.microsoft.com/office/drawing/2014/main" id="{A04A6DF6-2950-FA4F-B5DB-7A305E32B1F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80898" name="Footer Placeholder 3">
            <a:extLst>
              <a:ext uri="{FF2B5EF4-FFF2-40B4-BE49-F238E27FC236}">
                <a16:creationId xmlns:a16="http://schemas.microsoft.com/office/drawing/2014/main" id="{C0D842DA-CB2D-C74C-9CDE-6CD0CAF25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80899" name="Slide Number Placeholder 4">
            <a:extLst>
              <a:ext uri="{FF2B5EF4-FFF2-40B4-BE49-F238E27FC236}">
                <a16:creationId xmlns:a16="http://schemas.microsoft.com/office/drawing/2014/main" id="{E6F63478-29B7-7A41-B4CD-B6233532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E17C13-F635-ED4F-AFBF-682EE2F69B48}" type="slidenum">
              <a:rPr lang="en-US" altLang="en-PR" sz="1400">
                <a:latin typeface="Times New Roman" panose="02020603050405020304" pitchFamily="18" charset="0"/>
              </a:rPr>
              <a:pPr/>
              <a:t>42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53282" name="Rectangle 2">
            <a:extLst>
              <a:ext uri="{FF2B5EF4-FFF2-40B4-BE49-F238E27FC236}">
                <a16:creationId xmlns:a16="http://schemas.microsoft.com/office/drawing/2014/main" id="{FAE3F625-4AF1-7D4B-AA96-CB31E542F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More Complex Erase: Merge leaf (I)</a:t>
            </a:r>
          </a:p>
        </p:txBody>
      </p:sp>
      <p:graphicFrame>
        <p:nvGraphicFramePr>
          <p:cNvPr id="353283" name="Group 3">
            <a:extLst>
              <a:ext uri="{FF2B5EF4-FFF2-40B4-BE49-F238E27FC236}">
                <a16:creationId xmlns:a16="http://schemas.microsoft.com/office/drawing/2014/main" id="{C7A8A710-C95E-1543-8834-1947D21D487F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3297" name="Group 17">
            <a:extLst>
              <a:ext uri="{FF2B5EF4-FFF2-40B4-BE49-F238E27FC236}">
                <a16:creationId xmlns:a16="http://schemas.microsoft.com/office/drawing/2014/main" id="{E2B9E146-8881-FA46-A330-23431B556064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3305" name="Group 25">
            <a:extLst>
              <a:ext uri="{FF2B5EF4-FFF2-40B4-BE49-F238E27FC236}">
                <a16:creationId xmlns:a16="http://schemas.microsoft.com/office/drawing/2014/main" id="{541F376D-F1B3-5C46-B8D3-CBDE04366263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931" name="Line 33">
            <a:extLst>
              <a:ext uri="{FF2B5EF4-FFF2-40B4-BE49-F238E27FC236}">
                <a16:creationId xmlns:a16="http://schemas.microsoft.com/office/drawing/2014/main" id="{12446120-AC06-9D48-99F3-F65B722F85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29000" y="20574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32" name="Line 34">
            <a:extLst>
              <a:ext uri="{FF2B5EF4-FFF2-40B4-BE49-F238E27FC236}">
                <a16:creationId xmlns:a16="http://schemas.microsoft.com/office/drawing/2014/main" id="{975A457B-391D-3C41-A31E-A296AF8F55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3315" name="Group 35">
            <a:extLst>
              <a:ext uri="{FF2B5EF4-FFF2-40B4-BE49-F238E27FC236}">
                <a16:creationId xmlns:a16="http://schemas.microsoft.com/office/drawing/2014/main" id="{292E7175-675C-9F4C-98E8-DE31A6228BA3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038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3329" name="Group 49">
            <a:extLst>
              <a:ext uri="{FF2B5EF4-FFF2-40B4-BE49-F238E27FC236}">
                <a16:creationId xmlns:a16="http://schemas.microsoft.com/office/drawing/2014/main" id="{A3350CBD-BF91-CD45-9D0B-F44B3295A4F4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3337" name="Group 57">
            <a:extLst>
              <a:ext uri="{FF2B5EF4-FFF2-40B4-BE49-F238E27FC236}">
                <a16:creationId xmlns:a16="http://schemas.microsoft.com/office/drawing/2014/main" id="{B9195BB6-3386-D243-9CD5-B28DCCDC8B14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3345" name="Group 65">
            <a:extLst>
              <a:ext uri="{FF2B5EF4-FFF2-40B4-BE49-F238E27FC236}">
                <a16:creationId xmlns:a16="http://schemas.microsoft.com/office/drawing/2014/main" id="{8C21C54B-A40E-A846-86A4-9DE18601426E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971" name="Line 73">
            <a:extLst>
              <a:ext uri="{FF2B5EF4-FFF2-40B4-BE49-F238E27FC236}">
                <a16:creationId xmlns:a16="http://schemas.microsoft.com/office/drawing/2014/main" id="{A2553EB3-B159-8F4C-B4EB-E47241492D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4572000"/>
            <a:ext cx="1143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72" name="Line 74">
            <a:extLst>
              <a:ext uri="{FF2B5EF4-FFF2-40B4-BE49-F238E27FC236}">
                <a16:creationId xmlns:a16="http://schemas.microsoft.com/office/drawing/2014/main" id="{B3A028F1-6E49-7245-B072-56A8B6F8E52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200" y="4648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73" name="Freeform 75">
            <a:extLst>
              <a:ext uri="{FF2B5EF4-FFF2-40B4-BE49-F238E27FC236}">
                <a16:creationId xmlns:a16="http://schemas.microsoft.com/office/drawing/2014/main" id="{3FB513EA-9F44-CA48-9A35-891B3936FC10}"/>
              </a:ext>
            </a:extLst>
          </p:cNvPr>
          <p:cNvSpPr>
            <a:spLocks/>
          </p:cNvSpPr>
          <p:nvPr/>
        </p:nvSpPr>
        <p:spPr bwMode="auto">
          <a:xfrm>
            <a:off x="7010400" y="1676400"/>
            <a:ext cx="533400" cy="2667000"/>
          </a:xfrm>
          <a:custGeom>
            <a:avLst/>
            <a:gdLst>
              <a:gd name="T0" fmla="*/ 0 w 1600"/>
              <a:gd name="T1" fmla="*/ 228600 h 1680"/>
              <a:gd name="T2" fmla="*/ 432054 w 1600"/>
              <a:gd name="T3" fmla="*/ 228600 h 1680"/>
              <a:gd name="T4" fmla="*/ 464058 w 1600"/>
              <a:gd name="T5" fmla="*/ 1600200 h 1680"/>
              <a:gd name="T6" fmla="*/ 16002 w 16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0" h="1680">
                <a:moveTo>
                  <a:pt x="0" y="144"/>
                </a:moveTo>
                <a:cubicBezTo>
                  <a:pt x="532" y="72"/>
                  <a:pt x="1064" y="0"/>
                  <a:pt x="1296" y="144"/>
                </a:cubicBezTo>
                <a:cubicBezTo>
                  <a:pt x="1528" y="288"/>
                  <a:pt x="1600" y="752"/>
                  <a:pt x="1392" y="1008"/>
                </a:cubicBezTo>
                <a:cubicBezTo>
                  <a:pt x="1184" y="1264"/>
                  <a:pt x="616" y="1472"/>
                  <a:pt x="48" y="168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3356" name="Group 76">
            <a:extLst>
              <a:ext uri="{FF2B5EF4-FFF2-40B4-BE49-F238E27FC236}">
                <a16:creationId xmlns:a16="http://schemas.microsoft.com/office/drawing/2014/main" id="{97746193-89F5-E849-A25F-35E608448641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0982" name="Line 84">
            <a:extLst>
              <a:ext uri="{FF2B5EF4-FFF2-40B4-BE49-F238E27FC236}">
                <a16:creationId xmlns:a16="http://schemas.microsoft.com/office/drawing/2014/main" id="{8A96CB08-E64D-6F45-8313-7C2CB043A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46482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83" name="Line 85">
            <a:extLst>
              <a:ext uri="{FF2B5EF4-FFF2-40B4-BE49-F238E27FC236}">
                <a16:creationId xmlns:a16="http://schemas.microsoft.com/office/drawing/2014/main" id="{88D726E4-6943-3447-8B8C-6A68C6D97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1336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0984" name="Text Box 86">
            <a:extLst>
              <a:ext uri="{FF2B5EF4-FFF2-40B4-BE49-F238E27FC236}">
                <a16:creationId xmlns:a16="http://schemas.microsoft.com/office/drawing/2014/main" id="{9F954617-BBA2-1949-9F84-DF7F6AD05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1" y="2338389"/>
            <a:ext cx="18081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200"/>
              <a:t>Erase 10</a:t>
            </a:r>
          </a:p>
        </p:txBody>
      </p:sp>
      <p:sp>
        <p:nvSpPr>
          <p:cNvPr id="80985" name="Text Box 87">
            <a:extLst>
              <a:ext uri="{FF2B5EF4-FFF2-40B4-BE49-F238E27FC236}">
                <a16:creationId xmlns:a16="http://schemas.microsoft.com/office/drawing/2014/main" id="{38F74935-E5CF-EC45-BE42-976749BCF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1" y="4191001"/>
            <a:ext cx="212109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Sibling has no</a:t>
            </a:r>
          </a:p>
          <a:p>
            <a:pPr eaLnBrk="1" hangingPunct="1"/>
            <a:r>
              <a:rPr lang="en-US" altLang="en-PR"/>
              <a:t>data to spare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Date Placeholder 2">
            <a:extLst>
              <a:ext uri="{FF2B5EF4-FFF2-40B4-BE49-F238E27FC236}">
                <a16:creationId xmlns:a16="http://schemas.microsoft.com/office/drawing/2014/main" id="{C0FFE73B-DEFA-ED48-95C4-5F41EF5B16D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82946" name="Footer Placeholder 3">
            <a:extLst>
              <a:ext uri="{FF2B5EF4-FFF2-40B4-BE49-F238E27FC236}">
                <a16:creationId xmlns:a16="http://schemas.microsoft.com/office/drawing/2014/main" id="{EE9DE167-01F8-A94F-BEE7-5470EF603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82947" name="Slide Number Placeholder 4">
            <a:extLst>
              <a:ext uri="{FF2B5EF4-FFF2-40B4-BE49-F238E27FC236}">
                <a16:creationId xmlns:a16="http://schemas.microsoft.com/office/drawing/2014/main" id="{661B7457-8568-F546-9958-E9A2D37B8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8A8C61-7E4B-974E-845E-5CCBF9EAC975}" type="slidenum">
              <a:rPr lang="en-US" altLang="en-PR" sz="1400">
                <a:latin typeface="Times New Roman" panose="02020603050405020304" pitchFamily="18" charset="0"/>
              </a:rPr>
              <a:pPr/>
              <a:t>43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55330" name="Rectangle 2">
            <a:extLst>
              <a:ext uri="{FF2B5EF4-FFF2-40B4-BE49-F238E27FC236}">
                <a16:creationId xmlns:a16="http://schemas.microsoft.com/office/drawing/2014/main" id="{4EDA6FFC-E873-8A44-A2FA-28219E1CE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/>
              <a:t>More Complex Erase: Merge leaf (I)</a:t>
            </a:r>
          </a:p>
        </p:txBody>
      </p:sp>
      <p:graphicFrame>
        <p:nvGraphicFramePr>
          <p:cNvPr id="355331" name="Group 3">
            <a:extLst>
              <a:ext uri="{FF2B5EF4-FFF2-40B4-BE49-F238E27FC236}">
                <a16:creationId xmlns:a16="http://schemas.microsoft.com/office/drawing/2014/main" id="{0905836F-1E84-F044-9B7F-62C395E45B4A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15240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5353" name="Group 25">
            <a:extLst>
              <a:ext uri="{FF2B5EF4-FFF2-40B4-BE49-F238E27FC236}">
                <a16:creationId xmlns:a16="http://schemas.microsoft.com/office/drawing/2014/main" id="{BA0FC29F-1A7B-3B41-9275-64B872592C25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2971" name="Line 34">
            <a:extLst>
              <a:ext uri="{FF2B5EF4-FFF2-40B4-BE49-F238E27FC236}">
                <a16:creationId xmlns:a16="http://schemas.microsoft.com/office/drawing/2014/main" id="{A1FA9771-E454-374B-AEC5-CA8183D5F7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5363" name="Group 35">
            <a:extLst>
              <a:ext uri="{FF2B5EF4-FFF2-40B4-BE49-F238E27FC236}">
                <a16:creationId xmlns:a16="http://schemas.microsoft.com/office/drawing/2014/main" id="{4EFE1625-EDF5-B049-9A17-F90BF2543C25}"/>
              </a:ext>
            </a:extLst>
          </p:cNvPr>
          <p:cNvGraphicFramePr>
            <a:graphicFrameLocks noGrp="1"/>
          </p:cNvGraphicFramePr>
          <p:nvPr/>
        </p:nvGraphicFramePr>
        <p:xfrm>
          <a:off x="4800600" y="4038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5385" name="Group 57">
            <a:extLst>
              <a:ext uri="{FF2B5EF4-FFF2-40B4-BE49-F238E27FC236}">
                <a16:creationId xmlns:a16="http://schemas.microsoft.com/office/drawing/2014/main" id="{5C2FAFEF-F0A0-B14A-A956-34C2DF3FE243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54864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5393" name="Group 65">
            <a:extLst>
              <a:ext uri="{FF2B5EF4-FFF2-40B4-BE49-F238E27FC236}">
                <a16:creationId xmlns:a16="http://schemas.microsoft.com/office/drawing/2014/main" id="{C5D918D4-DBDA-E640-9527-3E9677A6833A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55626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002" name="Line 74">
            <a:extLst>
              <a:ext uri="{FF2B5EF4-FFF2-40B4-BE49-F238E27FC236}">
                <a16:creationId xmlns:a16="http://schemas.microsoft.com/office/drawing/2014/main" id="{B8F4802A-B776-F842-A205-1F3FA743D6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000" y="46482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003" name="Freeform 75">
            <a:extLst>
              <a:ext uri="{FF2B5EF4-FFF2-40B4-BE49-F238E27FC236}">
                <a16:creationId xmlns:a16="http://schemas.microsoft.com/office/drawing/2014/main" id="{07F78044-6803-754F-85F7-2846B3261FBE}"/>
              </a:ext>
            </a:extLst>
          </p:cNvPr>
          <p:cNvSpPr>
            <a:spLocks/>
          </p:cNvSpPr>
          <p:nvPr/>
        </p:nvSpPr>
        <p:spPr bwMode="auto">
          <a:xfrm>
            <a:off x="7010400" y="1676400"/>
            <a:ext cx="533400" cy="2667000"/>
          </a:xfrm>
          <a:custGeom>
            <a:avLst/>
            <a:gdLst>
              <a:gd name="T0" fmla="*/ 0 w 1600"/>
              <a:gd name="T1" fmla="*/ 228600 h 1680"/>
              <a:gd name="T2" fmla="*/ 432054 w 1600"/>
              <a:gd name="T3" fmla="*/ 228600 h 1680"/>
              <a:gd name="T4" fmla="*/ 464058 w 1600"/>
              <a:gd name="T5" fmla="*/ 1600200 h 1680"/>
              <a:gd name="T6" fmla="*/ 16002 w 1600"/>
              <a:gd name="T7" fmla="*/ 2667000 h 168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0" h="1680">
                <a:moveTo>
                  <a:pt x="0" y="144"/>
                </a:moveTo>
                <a:cubicBezTo>
                  <a:pt x="532" y="72"/>
                  <a:pt x="1064" y="0"/>
                  <a:pt x="1296" y="144"/>
                </a:cubicBezTo>
                <a:cubicBezTo>
                  <a:pt x="1528" y="288"/>
                  <a:pt x="1600" y="752"/>
                  <a:pt x="1392" y="1008"/>
                </a:cubicBezTo>
                <a:cubicBezTo>
                  <a:pt x="1184" y="1264"/>
                  <a:pt x="616" y="1472"/>
                  <a:pt x="48" y="1680"/>
                </a:cubicBez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5404" name="Group 76">
            <a:extLst>
              <a:ext uri="{FF2B5EF4-FFF2-40B4-BE49-F238E27FC236}">
                <a16:creationId xmlns:a16="http://schemas.microsoft.com/office/drawing/2014/main" id="{0D2A825E-59A7-E04D-BA50-94B148E82C88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971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3012" name="Line 84">
            <a:extLst>
              <a:ext uri="{FF2B5EF4-FFF2-40B4-BE49-F238E27FC236}">
                <a16:creationId xmlns:a16="http://schemas.microsoft.com/office/drawing/2014/main" id="{A83ED209-C2DF-E44E-AE3D-042C580E6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47244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013" name="Line 85">
            <a:extLst>
              <a:ext uri="{FF2B5EF4-FFF2-40B4-BE49-F238E27FC236}">
                <a16:creationId xmlns:a16="http://schemas.microsoft.com/office/drawing/2014/main" id="{0C3C4F91-3F13-E944-8399-FD870CEA0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1336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014" name="Text Box 86">
            <a:extLst>
              <a:ext uri="{FF2B5EF4-FFF2-40B4-BE49-F238E27FC236}">
                <a16:creationId xmlns:a16="http://schemas.microsoft.com/office/drawing/2014/main" id="{EC0ADA13-3393-2E49-A1CB-9CE29B600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4" y="1828800"/>
            <a:ext cx="2935287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 sz="3200"/>
              <a:t>First two nodes</a:t>
            </a:r>
          </a:p>
          <a:p>
            <a:pPr eaLnBrk="1" hangingPunct="1"/>
            <a:r>
              <a:rPr lang="en-US" altLang="en-PR" sz="3200"/>
              <a:t>are made 1</a:t>
            </a:r>
          </a:p>
        </p:txBody>
      </p:sp>
      <p:sp>
        <p:nvSpPr>
          <p:cNvPr id="83015" name="Text Box 87">
            <a:extLst>
              <a:ext uri="{FF2B5EF4-FFF2-40B4-BE49-F238E27FC236}">
                <a16:creationId xmlns:a16="http://schemas.microsoft.com/office/drawing/2014/main" id="{3C1F8E2E-E2DE-2A45-B14F-026FC90E4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114801"/>
            <a:ext cx="265008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PR"/>
              <a:t>Internal nodes</a:t>
            </a:r>
          </a:p>
          <a:p>
            <a:pPr eaLnBrk="1" hangingPunct="1"/>
            <a:r>
              <a:rPr lang="en-US" altLang="en-PR"/>
              <a:t>Keys and pointers</a:t>
            </a:r>
          </a:p>
          <a:p>
            <a:pPr eaLnBrk="1" hangingPunct="1"/>
            <a:r>
              <a:rPr lang="en-US" altLang="en-PR"/>
              <a:t>Are re-organized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Date Placeholder 3">
            <a:extLst>
              <a:ext uri="{FF2B5EF4-FFF2-40B4-BE49-F238E27FC236}">
                <a16:creationId xmlns:a16="http://schemas.microsoft.com/office/drawing/2014/main" id="{C56D4ADF-7878-F444-87CA-F3DF0BAA093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84994" name="Footer Placeholder 4">
            <a:extLst>
              <a:ext uri="{FF2B5EF4-FFF2-40B4-BE49-F238E27FC236}">
                <a16:creationId xmlns:a16="http://schemas.microsoft.com/office/drawing/2014/main" id="{42B02D4E-1029-4343-8970-A289F36F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84995" name="Slide Number Placeholder 5">
            <a:extLst>
              <a:ext uri="{FF2B5EF4-FFF2-40B4-BE49-F238E27FC236}">
                <a16:creationId xmlns:a16="http://schemas.microsoft.com/office/drawing/2014/main" id="{3C1D53EE-1B0A-904C-9AE3-A2150F6F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C35382-40E4-CF45-BA99-451461B0515C}" type="slidenum">
              <a:rPr lang="en-US" altLang="en-PR" sz="1400">
                <a:latin typeface="Times New Roman" panose="02020603050405020304" pitchFamily="18" charset="0"/>
              </a:rPr>
              <a:pPr/>
              <a:t>44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57378" name="Rectangle 2">
            <a:extLst>
              <a:ext uri="{FF2B5EF4-FFF2-40B4-BE49-F238E27FC236}">
                <a16:creationId xmlns:a16="http://schemas.microsoft.com/office/drawing/2014/main" id="{E3B44DF9-366E-7045-8C26-AE19402485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 sz="3200"/>
              <a:t>Erase that cause tree height to decrease</a:t>
            </a:r>
          </a:p>
        </p:txBody>
      </p:sp>
      <p:sp>
        <p:nvSpPr>
          <p:cNvPr id="84997" name="Rectangle 3">
            <a:extLst>
              <a:ext uri="{FF2B5EF4-FFF2-40B4-BE49-F238E27FC236}">
                <a16:creationId xmlns:a16="http://schemas.microsoft.com/office/drawing/2014/main" id="{84E70E5C-7613-774A-82F4-45C8F5AE2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95800"/>
            <a:ext cx="7772400" cy="1600200"/>
          </a:xfrm>
        </p:spPr>
        <p:txBody>
          <a:bodyPr/>
          <a:lstStyle/>
          <a:p>
            <a:pPr eaLnBrk="1" hangingPunct="1"/>
            <a:endParaRPr lang="en-US" altLang="en-PR"/>
          </a:p>
          <a:p>
            <a:pPr eaLnBrk="1" hangingPunct="1"/>
            <a:r>
              <a:rPr lang="en-US" altLang="en-PR"/>
              <a:t>Erase 15</a:t>
            </a:r>
          </a:p>
        </p:txBody>
      </p:sp>
      <p:graphicFrame>
        <p:nvGraphicFramePr>
          <p:cNvPr id="357380" name="Group 4">
            <a:extLst>
              <a:ext uri="{FF2B5EF4-FFF2-40B4-BE49-F238E27FC236}">
                <a16:creationId xmlns:a16="http://schemas.microsoft.com/office/drawing/2014/main" id="{7E9D769D-C405-334B-81C3-5ED7E374329A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7394" name="Group 18">
            <a:extLst>
              <a:ext uri="{FF2B5EF4-FFF2-40B4-BE49-F238E27FC236}">
                <a16:creationId xmlns:a16="http://schemas.microsoft.com/office/drawing/2014/main" id="{9AA205C0-D2DF-9241-9B62-44DC389780E1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7402" name="Group 26">
            <a:extLst>
              <a:ext uri="{FF2B5EF4-FFF2-40B4-BE49-F238E27FC236}">
                <a16:creationId xmlns:a16="http://schemas.microsoft.com/office/drawing/2014/main" id="{BB32609E-2994-B646-B196-9D71598AE791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28" name="Line 34">
            <a:extLst>
              <a:ext uri="{FF2B5EF4-FFF2-40B4-BE49-F238E27FC236}">
                <a16:creationId xmlns:a16="http://schemas.microsoft.com/office/drawing/2014/main" id="{B3F87710-1176-424B-8FBD-F9C3FC011C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1242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29" name="Line 35">
            <a:extLst>
              <a:ext uri="{FF2B5EF4-FFF2-40B4-BE49-F238E27FC236}">
                <a16:creationId xmlns:a16="http://schemas.microsoft.com/office/drawing/2014/main" id="{7AAEC6A0-A34B-644B-AD24-4564FFCA17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1242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7412" name="Group 36">
            <a:extLst>
              <a:ext uri="{FF2B5EF4-FFF2-40B4-BE49-F238E27FC236}">
                <a16:creationId xmlns:a16="http://schemas.microsoft.com/office/drawing/2014/main" id="{931F8F77-1649-1343-A27E-22D693642CF2}"/>
              </a:ext>
            </a:extLst>
          </p:cNvPr>
          <p:cNvGraphicFramePr>
            <a:graphicFrameLocks noGrp="1"/>
          </p:cNvGraphicFramePr>
          <p:nvPr/>
        </p:nvGraphicFramePr>
        <p:xfrm>
          <a:off x="81534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38" name="Line 44">
            <a:extLst>
              <a:ext uri="{FF2B5EF4-FFF2-40B4-BE49-F238E27FC236}">
                <a16:creationId xmlns:a16="http://schemas.microsoft.com/office/drawing/2014/main" id="{2CE058FD-FED5-0B42-8BC2-695D21FA6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124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7421" name="Group 45">
            <a:extLst>
              <a:ext uri="{FF2B5EF4-FFF2-40B4-BE49-F238E27FC236}">
                <a16:creationId xmlns:a16="http://schemas.microsoft.com/office/drawing/2014/main" id="{48041FA3-281E-7648-888A-8F08790CBD53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7429" name="Group 53">
            <a:extLst>
              <a:ext uri="{FF2B5EF4-FFF2-40B4-BE49-F238E27FC236}">
                <a16:creationId xmlns:a16="http://schemas.microsoft.com/office/drawing/2014/main" id="{896938D6-EC7A-5943-9EE7-FC71033004DE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61" name="Line 67">
            <a:extLst>
              <a:ext uri="{FF2B5EF4-FFF2-40B4-BE49-F238E27FC236}">
                <a16:creationId xmlns:a16="http://schemas.microsoft.com/office/drawing/2014/main" id="{C50C0F0B-B17C-ED4C-9600-511119777A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0480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7448" name="Group 72">
            <a:extLst>
              <a:ext uri="{FF2B5EF4-FFF2-40B4-BE49-F238E27FC236}">
                <a16:creationId xmlns:a16="http://schemas.microsoft.com/office/drawing/2014/main" id="{29F0F563-000E-B948-836D-38CC35A80261}"/>
              </a:ext>
            </a:extLst>
          </p:cNvPr>
          <p:cNvGraphicFramePr>
            <a:graphicFrameLocks noGrp="1"/>
          </p:cNvGraphicFramePr>
          <p:nvPr/>
        </p:nvGraphicFramePr>
        <p:xfrm>
          <a:off x="5791200" y="14478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076" name="Line 86">
            <a:extLst>
              <a:ext uri="{FF2B5EF4-FFF2-40B4-BE49-F238E27FC236}">
                <a16:creationId xmlns:a16="http://schemas.microsoft.com/office/drawing/2014/main" id="{7E86CF4A-D143-384E-9691-A4F21A110D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057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5077" name="Line 87">
            <a:extLst>
              <a:ext uri="{FF2B5EF4-FFF2-40B4-BE49-F238E27FC236}">
                <a16:creationId xmlns:a16="http://schemas.microsoft.com/office/drawing/2014/main" id="{4638B1AF-352F-C940-9B11-23938A6AF1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0574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Date Placeholder 3">
            <a:extLst>
              <a:ext uri="{FF2B5EF4-FFF2-40B4-BE49-F238E27FC236}">
                <a16:creationId xmlns:a16="http://schemas.microsoft.com/office/drawing/2014/main" id="{3505F556-220F-5044-B88A-9C687085A58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87042" name="Footer Placeholder 4">
            <a:extLst>
              <a:ext uri="{FF2B5EF4-FFF2-40B4-BE49-F238E27FC236}">
                <a16:creationId xmlns:a16="http://schemas.microsoft.com/office/drawing/2014/main" id="{22035FBC-271E-B640-93B0-A93DAFD25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87043" name="Slide Number Placeholder 5">
            <a:extLst>
              <a:ext uri="{FF2B5EF4-FFF2-40B4-BE49-F238E27FC236}">
                <a16:creationId xmlns:a16="http://schemas.microsoft.com/office/drawing/2014/main" id="{FFFA556A-AF75-904D-8593-225F50C0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53DAF4-6C82-D740-A4A4-6F5EFA88F720}" type="slidenum">
              <a:rPr lang="en-US" altLang="en-PR" sz="1400">
                <a:latin typeface="Times New Roman" panose="02020603050405020304" pitchFamily="18" charset="0"/>
              </a:rPr>
              <a:pPr/>
              <a:t>45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670C6730-5DD4-9D4E-B340-20A122541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 sz="3200"/>
              <a:t>Erase that cause tree height to decrease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3CB59D55-A95C-0241-B7A3-A34717F9D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95800"/>
            <a:ext cx="7772400" cy="1600200"/>
          </a:xfrm>
        </p:spPr>
        <p:txBody>
          <a:bodyPr/>
          <a:lstStyle/>
          <a:p>
            <a:pPr eaLnBrk="1" hangingPunct="1"/>
            <a:endParaRPr lang="en-US" altLang="en-PR"/>
          </a:p>
          <a:p>
            <a:pPr eaLnBrk="1" hangingPunct="1"/>
            <a:r>
              <a:rPr lang="en-US" altLang="en-PR"/>
              <a:t>Erase 10</a:t>
            </a:r>
          </a:p>
        </p:txBody>
      </p:sp>
      <p:graphicFrame>
        <p:nvGraphicFramePr>
          <p:cNvPr id="359428" name="Group 4">
            <a:extLst>
              <a:ext uri="{FF2B5EF4-FFF2-40B4-BE49-F238E27FC236}">
                <a16:creationId xmlns:a16="http://schemas.microsoft.com/office/drawing/2014/main" id="{0C637B99-9107-0D4F-BD1B-D6FDB83B8BE9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9442" name="Group 18">
            <a:extLst>
              <a:ext uri="{FF2B5EF4-FFF2-40B4-BE49-F238E27FC236}">
                <a16:creationId xmlns:a16="http://schemas.microsoft.com/office/drawing/2014/main" id="{986E0609-FA42-8F46-BE1D-E159736F18D6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9450" name="Group 26">
            <a:extLst>
              <a:ext uri="{FF2B5EF4-FFF2-40B4-BE49-F238E27FC236}">
                <a16:creationId xmlns:a16="http://schemas.microsoft.com/office/drawing/2014/main" id="{A6A83FA2-7097-D347-AE5E-2CE239691624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076" name="Line 34">
            <a:extLst>
              <a:ext uri="{FF2B5EF4-FFF2-40B4-BE49-F238E27FC236}">
                <a16:creationId xmlns:a16="http://schemas.microsoft.com/office/drawing/2014/main" id="{515E0EF7-A56B-F749-914B-CBF7705DE8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1242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77" name="Line 35">
            <a:extLst>
              <a:ext uri="{FF2B5EF4-FFF2-40B4-BE49-F238E27FC236}">
                <a16:creationId xmlns:a16="http://schemas.microsoft.com/office/drawing/2014/main" id="{BAA45484-9B10-8740-9B8A-73C671450C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1242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9460" name="Group 36">
            <a:extLst>
              <a:ext uri="{FF2B5EF4-FFF2-40B4-BE49-F238E27FC236}">
                <a16:creationId xmlns:a16="http://schemas.microsoft.com/office/drawing/2014/main" id="{275D4340-BD01-2647-AF87-0035DEF776D8}"/>
              </a:ext>
            </a:extLst>
          </p:cNvPr>
          <p:cNvGraphicFramePr>
            <a:graphicFrameLocks noGrp="1"/>
          </p:cNvGraphicFramePr>
          <p:nvPr/>
        </p:nvGraphicFramePr>
        <p:xfrm>
          <a:off x="81534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086" name="Line 44">
            <a:extLst>
              <a:ext uri="{FF2B5EF4-FFF2-40B4-BE49-F238E27FC236}">
                <a16:creationId xmlns:a16="http://schemas.microsoft.com/office/drawing/2014/main" id="{FF30FCF5-29AD-BB4F-865A-36679B0357C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124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9469" name="Group 45">
            <a:extLst>
              <a:ext uri="{FF2B5EF4-FFF2-40B4-BE49-F238E27FC236}">
                <a16:creationId xmlns:a16="http://schemas.microsoft.com/office/drawing/2014/main" id="{C3017D9B-0EC4-DA42-B94D-2B5B7E417C26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59477" name="Group 53">
            <a:extLst>
              <a:ext uri="{FF2B5EF4-FFF2-40B4-BE49-F238E27FC236}">
                <a16:creationId xmlns:a16="http://schemas.microsoft.com/office/drawing/2014/main" id="{606B420E-26C7-1E4C-85CE-7B6EAB274859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109" name="Line 67">
            <a:extLst>
              <a:ext uri="{FF2B5EF4-FFF2-40B4-BE49-F238E27FC236}">
                <a16:creationId xmlns:a16="http://schemas.microsoft.com/office/drawing/2014/main" id="{9DD1C0CD-7E8D-6949-9A07-D0DEF682C9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0480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59492" name="Group 68">
            <a:extLst>
              <a:ext uri="{FF2B5EF4-FFF2-40B4-BE49-F238E27FC236}">
                <a16:creationId xmlns:a16="http://schemas.microsoft.com/office/drawing/2014/main" id="{6A60CB3E-C8EA-2E48-BE19-CA572FC1ACBD}"/>
              </a:ext>
            </a:extLst>
          </p:cNvPr>
          <p:cNvGraphicFramePr>
            <a:graphicFrameLocks noGrp="1"/>
          </p:cNvGraphicFramePr>
          <p:nvPr/>
        </p:nvGraphicFramePr>
        <p:xfrm>
          <a:off x="5791200" y="14478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7124" name="Line 82">
            <a:extLst>
              <a:ext uri="{FF2B5EF4-FFF2-40B4-BE49-F238E27FC236}">
                <a16:creationId xmlns:a16="http://schemas.microsoft.com/office/drawing/2014/main" id="{A8E2E2EA-71FA-F14E-BC91-1C67A7BF3C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057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25" name="Line 83">
            <a:extLst>
              <a:ext uri="{FF2B5EF4-FFF2-40B4-BE49-F238E27FC236}">
                <a16:creationId xmlns:a16="http://schemas.microsoft.com/office/drawing/2014/main" id="{70595B9C-0844-8B42-B017-52A80CB64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0574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Date Placeholder 3">
            <a:extLst>
              <a:ext uri="{FF2B5EF4-FFF2-40B4-BE49-F238E27FC236}">
                <a16:creationId xmlns:a16="http://schemas.microsoft.com/office/drawing/2014/main" id="{42F6DB4D-9980-8944-AB88-376A6BC9CA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89090" name="Footer Placeholder 4">
            <a:extLst>
              <a:ext uri="{FF2B5EF4-FFF2-40B4-BE49-F238E27FC236}">
                <a16:creationId xmlns:a16="http://schemas.microsoft.com/office/drawing/2014/main" id="{A437F5AC-18C4-E24B-8763-61192BA13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89091" name="Slide Number Placeholder 5">
            <a:extLst>
              <a:ext uri="{FF2B5EF4-FFF2-40B4-BE49-F238E27FC236}">
                <a16:creationId xmlns:a16="http://schemas.microsoft.com/office/drawing/2014/main" id="{53990518-4B4E-4745-880F-3C8B3199C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2CFA1E-5D38-D440-A3F1-E08E79917BD7}" type="slidenum">
              <a:rPr lang="en-US" altLang="en-PR" sz="1400">
                <a:latin typeface="Times New Roman" panose="02020603050405020304" pitchFamily="18" charset="0"/>
              </a:rPr>
              <a:pPr/>
              <a:t>46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61474" name="Rectangle 2">
            <a:extLst>
              <a:ext uri="{FF2B5EF4-FFF2-40B4-BE49-F238E27FC236}">
                <a16:creationId xmlns:a16="http://schemas.microsoft.com/office/drawing/2014/main" id="{AB56DF40-B88A-0143-980E-B0B3D24072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 sz="3200"/>
              <a:t>Erase that cause tree height to decrease</a:t>
            </a:r>
          </a:p>
        </p:txBody>
      </p:sp>
      <p:sp>
        <p:nvSpPr>
          <p:cNvPr id="89093" name="Rectangle 3">
            <a:extLst>
              <a:ext uri="{FF2B5EF4-FFF2-40B4-BE49-F238E27FC236}">
                <a16:creationId xmlns:a16="http://schemas.microsoft.com/office/drawing/2014/main" id="{0B01BCD0-0177-6E40-AB6E-98F1C5538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95800"/>
            <a:ext cx="7772400" cy="1600200"/>
          </a:xfrm>
        </p:spPr>
        <p:txBody>
          <a:bodyPr/>
          <a:lstStyle/>
          <a:p>
            <a:pPr eaLnBrk="1" hangingPunct="1"/>
            <a:endParaRPr lang="en-US" altLang="en-PR" sz="2000"/>
          </a:p>
          <a:p>
            <a:pPr eaLnBrk="1" hangingPunct="1"/>
            <a:r>
              <a:rPr lang="en-US" altLang="en-PR" sz="2000"/>
              <a:t>Erase 10</a:t>
            </a:r>
          </a:p>
          <a:p>
            <a:pPr eaLnBrk="1" hangingPunct="1"/>
            <a:r>
              <a:rPr lang="en-US" altLang="en-PR" sz="2000"/>
              <a:t>Sibling of leftmost child has no data to spare</a:t>
            </a:r>
          </a:p>
          <a:p>
            <a:pPr eaLnBrk="1" hangingPunct="1"/>
            <a:r>
              <a:rPr lang="en-US" altLang="en-PR" sz="2000"/>
              <a:t>Leftmost is dropped (merged) with right </a:t>
            </a:r>
          </a:p>
        </p:txBody>
      </p:sp>
      <p:graphicFrame>
        <p:nvGraphicFramePr>
          <p:cNvPr id="361476" name="Group 4">
            <a:extLst>
              <a:ext uri="{FF2B5EF4-FFF2-40B4-BE49-F238E27FC236}">
                <a16:creationId xmlns:a16="http://schemas.microsoft.com/office/drawing/2014/main" id="{0311F735-E853-B64E-8023-C976D06FDB78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1490" name="Group 18">
            <a:extLst>
              <a:ext uri="{FF2B5EF4-FFF2-40B4-BE49-F238E27FC236}">
                <a16:creationId xmlns:a16="http://schemas.microsoft.com/office/drawing/2014/main" id="{FB32AF32-EB3B-4742-AC54-5BE3F4496B3C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1498" name="Group 26">
            <a:extLst>
              <a:ext uri="{FF2B5EF4-FFF2-40B4-BE49-F238E27FC236}">
                <a16:creationId xmlns:a16="http://schemas.microsoft.com/office/drawing/2014/main" id="{C279DEC3-DC93-D848-8ED3-738088E92CAD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124" name="Line 34">
            <a:extLst>
              <a:ext uri="{FF2B5EF4-FFF2-40B4-BE49-F238E27FC236}">
                <a16:creationId xmlns:a16="http://schemas.microsoft.com/office/drawing/2014/main" id="{F9F8F355-1022-F94D-A1C6-8BA20F31C8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3800" y="3124200"/>
            <a:ext cx="609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125" name="Line 35">
            <a:extLst>
              <a:ext uri="{FF2B5EF4-FFF2-40B4-BE49-F238E27FC236}">
                <a16:creationId xmlns:a16="http://schemas.microsoft.com/office/drawing/2014/main" id="{8194DB43-F039-7845-BCE0-619CA39FF1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1242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1508" name="Group 36">
            <a:extLst>
              <a:ext uri="{FF2B5EF4-FFF2-40B4-BE49-F238E27FC236}">
                <a16:creationId xmlns:a16="http://schemas.microsoft.com/office/drawing/2014/main" id="{E0FBD093-51FF-7640-994E-0692786D0EFB}"/>
              </a:ext>
            </a:extLst>
          </p:cNvPr>
          <p:cNvGraphicFramePr>
            <a:graphicFrameLocks noGrp="1"/>
          </p:cNvGraphicFramePr>
          <p:nvPr/>
        </p:nvGraphicFramePr>
        <p:xfrm>
          <a:off x="81534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134" name="Line 44">
            <a:extLst>
              <a:ext uri="{FF2B5EF4-FFF2-40B4-BE49-F238E27FC236}">
                <a16:creationId xmlns:a16="http://schemas.microsoft.com/office/drawing/2014/main" id="{CFA25AE7-F20D-6443-9A1F-B966106CD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124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1517" name="Group 45">
            <a:extLst>
              <a:ext uri="{FF2B5EF4-FFF2-40B4-BE49-F238E27FC236}">
                <a16:creationId xmlns:a16="http://schemas.microsoft.com/office/drawing/2014/main" id="{E9F49DCA-6538-1847-B9C7-E38EF32107B8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8862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1525" name="Group 53">
            <a:extLst>
              <a:ext uri="{FF2B5EF4-FFF2-40B4-BE49-F238E27FC236}">
                <a16:creationId xmlns:a16="http://schemas.microsoft.com/office/drawing/2014/main" id="{2A459832-5ACE-CE4A-81B8-35DB590C706B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157" name="Line 67">
            <a:extLst>
              <a:ext uri="{FF2B5EF4-FFF2-40B4-BE49-F238E27FC236}">
                <a16:creationId xmlns:a16="http://schemas.microsoft.com/office/drawing/2014/main" id="{7FF338DF-9D01-6D40-8044-D36BF6E55B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0480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1540" name="Group 68">
            <a:extLst>
              <a:ext uri="{FF2B5EF4-FFF2-40B4-BE49-F238E27FC236}">
                <a16:creationId xmlns:a16="http://schemas.microsoft.com/office/drawing/2014/main" id="{EA9663C6-CCCC-BE49-B364-FF9904BDFE6F}"/>
              </a:ext>
            </a:extLst>
          </p:cNvPr>
          <p:cNvGraphicFramePr>
            <a:graphicFrameLocks noGrp="1"/>
          </p:cNvGraphicFramePr>
          <p:nvPr/>
        </p:nvGraphicFramePr>
        <p:xfrm>
          <a:off x="5791200" y="14478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9172" name="Line 82">
            <a:extLst>
              <a:ext uri="{FF2B5EF4-FFF2-40B4-BE49-F238E27FC236}">
                <a16:creationId xmlns:a16="http://schemas.microsoft.com/office/drawing/2014/main" id="{890F1FF4-A7FE-B745-9AEA-0927A4C7E4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057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9173" name="Line 83">
            <a:extLst>
              <a:ext uri="{FF2B5EF4-FFF2-40B4-BE49-F238E27FC236}">
                <a16:creationId xmlns:a16="http://schemas.microsoft.com/office/drawing/2014/main" id="{3D9595C3-AFA8-3C4F-A519-9CE1AA9B6EF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0574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Date Placeholder 3">
            <a:extLst>
              <a:ext uri="{FF2B5EF4-FFF2-40B4-BE49-F238E27FC236}">
                <a16:creationId xmlns:a16="http://schemas.microsoft.com/office/drawing/2014/main" id="{7A5D48AA-26FA-4E4B-813A-981A161E57B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91138" name="Footer Placeholder 4">
            <a:extLst>
              <a:ext uri="{FF2B5EF4-FFF2-40B4-BE49-F238E27FC236}">
                <a16:creationId xmlns:a16="http://schemas.microsoft.com/office/drawing/2014/main" id="{15866BA9-A1EC-AD49-BAA1-A2C72B8A7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91139" name="Slide Number Placeholder 5">
            <a:extLst>
              <a:ext uri="{FF2B5EF4-FFF2-40B4-BE49-F238E27FC236}">
                <a16:creationId xmlns:a16="http://schemas.microsoft.com/office/drawing/2014/main" id="{6B745982-82D9-644A-98AA-4DAB48FB4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350CE8-0E0C-BC42-9403-CF7066D25DD4}" type="slidenum">
              <a:rPr lang="en-US" altLang="en-PR" sz="1400">
                <a:latin typeface="Times New Roman" panose="02020603050405020304" pitchFamily="18" charset="0"/>
              </a:rPr>
              <a:pPr/>
              <a:t>47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63522" name="Rectangle 2">
            <a:extLst>
              <a:ext uri="{FF2B5EF4-FFF2-40B4-BE49-F238E27FC236}">
                <a16:creationId xmlns:a16="http://schemas.microsoft.com/office/drawing/2014/main" id="{EF75EFC5-A98C-654A-9671-712285387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 sz="3200"/>
              <a:t>Erase that cause tree height to decrease</a:t>
            </a:r>
          </a:p>
        </p:txBody>
      </p:sp>
      <p:sp>
        <p:nvSpPr>
          <p:cNvPr id="91141" name="Rectangle 3">
            <a:extLst>
              <a:ext uri="{FF2B5EF4-FFF2-40B4-BE49-F238E27FC236}">
                <a16:creationId xmlns:a16="http://schemas.microsoft.com/office/drawing/2014/main" id="{64D9FB89-60AA-6C4B-8D4C-A9F1E9CDC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95800"/>
            <a:ext cx="7772400" cy="1600200"/>
          </a:xfrm>
        </p:spPr>
        <p:txBody>
          <a:bodyPr/>
          <a:lstStyle/>
          <a:p>
            <a:pPr eaLnBrk="1" hangingPunct="1"/>
            <a:endParaRPr lang="en-US" altLang="en-PR" sz="2000"/>
          </a:p>
          <a:p>
            <a:pPr eaLnBrk="1" hangingPunct="1"/>
            <a:r>
              <a:rPr lang="en-US" altLang="en-PR" sz="2000"/>
              <a:t>But parent of leaf with 25 is cannot have only 1 child</a:t>
            </a:r>
          </a:p>
          <a:p>
            <a:pPr eaLnBrk="1" hangingPunct="1"/>
            <a:r>
              <a:rPr lang="en-US" altLang="en-PR" sz="2000"/>
              <a:t>It must be merged with sibling </a:t>
            </a:r>
          </a:p>
          <a:p>
            <a:pPr eaLnBrk="1" hangingPunct="1"/>
            <a:r>
              <a:rPr lang="en-US" altLang="en-PR" sz="2000"/>
              <a:t>Index entry of paret must be pulled down and 15 is dropped</a:t>
            </a:r>
          </a:p>
        </p:txBody>
      </p:sp>
      <p:graphicFrame>
        <p:nvGraphicFramePr>
          <p:cNvPr id="363524" name="Group 4">
            <a:extLst>
              <a:ext uri="{FF2B5EF4-FFF2-40B4-BE49-F238E27FC236}">
                <a16:creationId xmlns:a16="http://schemas.microsoft.com/office/drawing/2014/main" id="{79376D24-8216-5344-8348-DE7E6D089644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3546" name="Group 26">
            <a:extLst>
              <a:ext uri="{FF2B5EF4-FFF2-40B4-BE49-F238E27FC236}">
                <a16:creationId xmlns:a16="http://schemas.microsoft.com/office/drawing/2014/main" id="{743807C9-4E7B-F04E-88C7-4A215863EFB8}"/>
              </a:ext>
            </a:extLst>
          </p:cNvPr>
          <p:cNvGraphicFramePr>
            <a:graphicFrameLocks noGrp="1"/>
          </p:cNvGraphicFramePr>
          <p:nvPr/>
        </p:nvGraphicFramePr>
        <p:xfrm>
          <a:off x="65532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164" name="Line 35">
            <a:extLst>
              <a:ext uri="{FF2B5EF4-FFF2-40B4-BE49-F238E27FC236}">
                <a16:creationId xmlns:a16="http://schemas.microsoft.com/office/drawing/2014/main" id="{7D32E444-BE1B-B745-B61C-5222428F96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31242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3556" name="Group 36">
            <a:extLst>
              <a:ext uri="{FF2B5EF4-FFF2-40B4-BE49-F238E27FC236}">
                <a16:creationId xmlns:a16="http://schemas.microsoft.com/office/drawing/2014/main" id="{D6525685-543F-1B44-91E9-C0CE1D0BE2C4}"/>
              </a:ext>
            </a:extLst>
          </p:cNvPr>
          <p:cNvGraphicFramePr>
            <a:graphicFrameLocks noGrp="1"/>
          </p:cNvGraphicFramePr>
          <p:nvPr/>
        </p:nvGraphicFramePr>
        <p:xfrm>
          <a:off x="81534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173" name="Line 44">
            <a:extLst>
              <a:ext uri="{FF2B5EF4-FFF2-40B4-BE49-F238E27FC236}">
                <a16:creationId xmlns:a16="http://schemas.microsoft.com/office/drawing/2014/main" id="{8045FB27-0CEC-4844-B3A7-D48449C3C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3000" y="3124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3565" name="Group 45">
            <a:extLst>
              <a:ext uri="{FF2B5EF4-FFF2-40B4-BE49-F238E27FC236}">
                <a16:creationId xmlns:a16="http://schemas.microsoft.com/office/drawing/2014/main" id="{046110FA-B65C-9947-934D-BD006F8F7860}"/>
              </a:ext>
            </a:extLst>
          </p:cNvPr>
          <p:cNvGraphicFramePr>
            <a:graphicFrameLocks noGrp="1"/>
          </p:cNvGraphicFramePr>
          <p:nvPr/>
        </p:nvGraphicFramePr>
        <p:xfrm>
          <a:off x="3581400" y="39624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3573" name="Group 53">
            <a:extLst>
              <a:ext uri="{FF2B5EF4-FFF2-40B4-BE49-F238E27FC236}">
                <a16:creationId xmlns:a16="http://schemas.microsoft.com/office/drawing/2014/main" id="{66D5A726-C909-874E-885D-FDA83CBA3ED6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196" name="Line 67">
            <a:extLst>
              <a:ext uri="{FF2B5EF4-FFF2-40B4-BE49-F238E27FC236}">
                <a16:creationId xmlns:a16="http://schemas.microsoft.com/office/drawing/2014/main" id="{D78D917E-1253-B746-8941-2F6811DC6A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38600" y="30480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3588" name="Group 68">
            <a:extLst>
              <a:ext uri="{FF2B5EF4-FFF2-40B4-BE49-F238E27FC236}">
                <a16:creationId xmlns:a16="http://schemas.microsoft.com/office/drawing/2014/main" id="{2A842B19-607F-9147-9AB3-17508E821865}"/>
              </a:ext>
            </a:extLst>
          </p:cNvPr>
          <p:cNvGraphicFramePr>
            <a:graphicFrameLocks noGrp="1"/>
          </p:cNvGraphicFramePr>
          <p:nvPr/>
        </p:nvGraphicFramePr>
        <p:xfrm>
          <a:off x="5791200" y="14478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1211" name="Line 82">
            <a:extLst>
              <a:ext uri="{FF2B5EF4-FFF2-40B4-BE49-F238E27FC236}">
                <a16:creationId xmlns:a16="http://schemas.microsoft.com/office/drawing/2014/main" id="{C2E458F5-F408-5F4D-BBB8-3B666CCC9D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057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1212" name="Line 83">
            <a:extLst>
              <a:ext uri="{FF2B5EF4-FFF2-40B4-BE49-F238E27FC236}">
                <a16:creationId xmlns:a16="http://schemas.microsoft.com/office/drawing/2014/main" id="{7D4155E7-DF1F-8845-89CC-ABCEF1629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0574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Date Placeholder 3">
            <a:extLst>
              <a:ext uri="{FF2B5EF4-FFF2-40B4-BE49-F238E27FC236}">
                <a16:creationId xmlns:a16="http://schemas.microsoft.com/office/drawing/2014/main" id="{CD8CC66F-916A-8D4F-BA72-A2FECDD6EC6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93186" name="Footer Placeholder 4">
            <a:extLst>
              <a:ext uri="{FF2B5EF4-FFF2-40B4-BE49-F238E27FC236}">
                <a16:creationId xmlns:a16="http://schemas.microsoft.com/office/drawing/2014/main" id="{C0034E55-7180-9E4E-BBDF-09106FF83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93187" name="Slide Number Placeholder 5">
            <a:extLst>
              <a:ext uri="{FF2B5EF4-FFF2-40B4-BE49-F238E27FC236}">
                <a16:creationId xmlns:a16="http://schemas.microsoft.com/office/drawing/2014/main" id="{A5512C45-937C-BE43-B2FF-97316800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1AE11C-54C3-D14E-9980-CEE27429AA6D}" type="slidenum">
              <a:rPr lang="en-US" altLang="en-PR" sz="1400">
                <a:latin typeface="Times New Roman" panose="02020603050405020304" pitchFamily="18" charset="0"/>
              </a:rPr>
              <a:pPr/>
              <a:t>48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65570" name="Rectangle 2">
            <a:extLst>
              <a:ext uri="{FF2B5EF4-FFF2-40B4-BE49-F238E27FC236}">
                <a16:creationId xmlns:a16="http://schemas.microsoft.com/office/drawing/2014/main" id="{196191EE-69ED-7C48-AC34-CA0FA41C16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 sz="3200"/>
              <a:t>Erase that cause tree height to decrease</a:t>
            </a:r>
          </a:p>
        </p:txBody>
      </p:sp>
      <p:sp>
        <p:nvSpPr>
          <p:cNvPr id="93189" name="Rectangle 3">
            <a:extLst>
              <a:ext uri="{FF2B5EF4-FFF2-40B4-BE49-F238E27FC236}">
                <a16:creationId xmlns:a16="http://schemas.microsoft.com/office/drawing/2014/main" id="{00A64E4D-276C-C346-A8E9-86925582D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95800"/>
            <a:ext cx="7772400" cy="1600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endParaRPr lang="en-US" altLang="en-PR" sz="2000"/>
          </a:p>
          <a:p>
            <a:pPr eaLnBrk="1" hangingPunct="1">
              <a:lnSpc>
                <a:spcPct val="80000"/>
              </a:lnSpc>
            </a:pPr>
            <a:r>
              <a:rPr lang="en-US" altLang="en-PR" sz="2000"/>
              <a:t>But parent of leaf with 25 is cannot have only 1 child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PR" sz="2000"/>
              <a:t>It must be merged with sibling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PR" sz="2000"/>
              <a:t>Index entry of paret must be pulled down and 15 is dropped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PR" sz="2000"/>
              <a:t>Root must be dropped too</a:t>
            </a:r>
          </a:p>
        </p:txBody>
      </p:sp>
      <p:graphicFrame>
        <p:nvGraphicFramePr>
          <p:cNvPr id="365572" name="Group 4">
            <a:extLst>
              <a:ext uri="{FF2B5EF4-FFF2-40B4-BE49-F238E27FC236}">
                <a16:creationId xmlns:a16="http://schemas.microsoft.com/office/drawing/2014/main" id="{E3337AF2-88EA-2D4B-A9B4-02C583394EE5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25146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5586" name="Group 18">
            <a:extLst>
              <a:ext uri="{FF2B5EF4-FFF2-40B4-BE49-F238E27FC236}">
                <a16:creationId xmlns:a16="http://schemas.microsoft.com/office/drawing/2014/main" id="{0FBD5CB7-D35B-634A-AEF9-2B05E864E8A7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38100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212" name="Line 26">
            <a:extLst>
              <a:ext uri="{FF2B5EF4-FFF2-40B4-BE49-F238E27FC236}">
                <a16:creationId xmlns:a16="http://schemas.microsoft.com/office/drawing/2014/main" id="{BC376401-F930-434E-9BBA-55D0DDDB7A5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3124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5595" name="Group 27">
            <a:extLst>
              <a:ext uri="{FF2B5EF4-FFF2-40B4-BE49-F238E27FC236}">
                <a16:creationId xmlns:a16="http://schemas.microsoft.com/office/drawing/2014/main" id="{33AFA6B7-02D7-C548-A846-7B2A7B913631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38862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221" name="Line 35">
            <a:extLst>
              <a:ext uri="{FF2B5EF4-FFF2-40B4-BE49-F238E27FC236}">
                <a16:creationId xmlns:a16="http://schemas.microsoft.com/office/drawing/2014/main" id="{DEB8EF91-EDC5-464C-87DC-00A3FBF29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9718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5604" name="Group 36">
            <a:extLst>
              <a:ext uri="{FF2B5EF4-FFF2-40B4-BE49-F238E27FC236}">
                <a16:creationId xmlns:a16="http://schemas.microsoft.com/office/drawing/2014/main" id="{346244DD-C8B0-0C48-ACB2-269385890AA4}"/>
              </a:ext>
            </a:extLst>
          </p:cNvPr>
          <p:cNvGraphicFramePr>
            <a:graphicFrameLocks noGrp="1"/>
          </p:cNvGraphicFramePr>
          <p:nvPr/>
        </p:nvGraphicFramePr>
        <p:xfrm>
          <a:off x="3200400" y="38100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230" name="Line 58">
            <a:extLst>
              <a:ext uri="{FF2B5EF4-FFF2-40B4-BE49-F238E27FC236}">
                <a16:creationId xmlns:a16="http://schemas.microsoft.com/office/drawing/2014/main" id="{023844DD-5901-D74B-8AB0-02FBF9D067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86200" y="28956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5627" name="Group 59">
            <a:extLst>
              <a:ext uri="{FF2B5EF4-FFF2-40B4-BE49-F238E27FC236}">
                <a16:creationId xmlns:a16="http://schemas.microsoft.com/office/drawing/2014/main" id="{EE651860-AE8C-AC45-8B76-FE55EF4EAEBC}"/>
              </a:ext>
            </a:extLst>
          </p:cNvPr>
          <p:cNvGraphicFramePr>
            <a:graphicFrameLocks noGrp="1"/>
          </p:cNvGraphicFramePr>
          <p:nvPr/>
        </p:nvGraphicFramePr>
        <p:xfrm>
          <a:off x="5791200" y="14478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245" name="Line 73">
            <a:extLst>
              <a:ext uri="{FF2B5EF4-FFF2-40B4-BE49-F238E27FC236}">
                <a16:creationId xmlns:a16="http://schemas.microsoft.com/office/drawing/2014/main" id="{3BCDCA6D-D313-FD44-A431-90A5D96B0B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2057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Date Placeholder 3">
            <a:extLst>
              <a:ext uri="{FF2B5EF4-FFF2-40B4-BE49-F238E27FC236}">
                <a16:creationId xmlns:a16="http://schemas.microsoft.com/office/drawing/2014/main" id="{CADEF646-A6D4-1142-8CA3-D2C2176DE6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Database Systems Engineering</a:t>
            </a:r>
          </a:p>
        </p:txBody>
      </p:sp>
      <p:sp>
        <p:nvSpPr>
          <p:cNvPr id="95234" name="Footer Placeholder 4">
            <a:extLst>
              <a:ext uri="{FF2B5EF4-FFF2-40B4-BE49-F238E27FC236}">
                <a16:creationId xmlns:a16="http://schemas.microsoft.com/office/drawing/2014/main" id="{E06ADAAA-C58E-2A4D-8606-2CEC9127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PR" sz="1400"/>
              <a:t>Dr. Manuel Rodriguez Martinez</a:t>
            </a:r>
          </a:p>
        </p:txBody>
      </p:sp>
      <p:sp>
        <p:nvSpPr>
          <p:cNvPr id="95235" name="Slide Number Placeholder 5">
            <a:extLst>
              <a:ext uri="{FF2B5EF4-FFF2-40B4-BE49-F238E27FC236}">
                <a16:creationId xmlns:a16="http://schemas.microsoft.com/office/drawing/2014/main" id="{21ED770F-2BC7-544D-8DDB-32A37F06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43CA3E-2654-D743-A944-882F32FB6400}" type="slidenum">
              <a:rPr lang="en-US" altLang="en-PR" sz="1400">
                <a:latin typeface="Times New Roman" panose="02020603050405020304" pitchFamily="18" charset="0"/>
              </a:rPr>
              <a:pPr/>
              <a:t>49</a:t>
            </a:fld>
            <a:endParaRPr lang="en-US" altLang="en-PR" sz="1400">
              <a:latin typeface="Times New Roman" panose="02020603050405020304" pitchFamily="18" charset="0"/>
            </a:endParaRPr>
          </a:p>
        </p:txBody>
      </p:sp>
      <p:sp>
        <p:nvSpPr>
          <p:cNvPr id="367618" name="Rectangle 2">
            <a:extLst>
              <a:ext uri="{FF2B5EF4-FFF2-40B4-BE49-F238E27FC236}">
                <a16:creationId xmlns:a16="http://schemas.microsoft.com/office/drawing/2014/main" id="{5ED25290-5C2F-BB41-8362-D9935EDF6C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PR" sz="3200"/>
              <a:t>Erase that cause tree height to decrease</a:t>
            </a:r>
          </a:p>
        </p:txBody>
      </p:sp>
      <p:sp>
        <p:nvSpPr>
          <p:cNvPr id="95237" name="Rectangle 3">
            <a:extLst>
              <a:ext uri="{FF2B5EF4-FFF2-40B4-BE49-F238E27FC236}">
                <a16:creationId xmlns:a16="http://schemas.microsoft.com/office/drawing/2014/main" id="{B3C1C996-8536-4A49-95D9-3B13CF028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4495800"/>
            <a:ext cx="7772400" cy="1600200"/>
          </a:xfrm>
        </p:spPr>
        <p:txBody>
          <a:bodyPr>
            <a:normAutofit lnSpcReduction="10000"/>
          </a:bodyPr>
          <a:lstStyle/>
          <a:p>
            <a:pPr eaLnBrk="1" hangingPunct="1"/>
            <a:endParaRPr lang="en-US" altLang="en-PR"/>
          </a:p>
          <a:p>
            <a:pPr eaLnBrk="1" hangingPunct="1"/>
            <a:r>
              <a:rPr lang="en-US" altLang="en-PR"/>
              <a:t>A new root is given to the tree</a:t>
            </a:r>
          </a:p>
          <a:p>
            <a:pPr eaLnBrk="1" hangingPunct="1"/>
            <a:r>
              <a:rPr lang="en-US" altLang="en-PR"/>
              <a:t>Height decreased by one</a:t>
            </a:r>
          </a:p>
        </p:txBody>
      </p:sp>
      <p:graphicFrame>
        <p:nvGraphicFramePr>
          <p:cNvPr id="367620" name="Group 4">
            <a:extLst>
              <a:ext uri="{FF2B5EF4-FFF2-40B4-BE49-F238E27FC236}">
                <a16:creationId xmlns:a16="http://schemas.microsoft.com/office/drawing/2014/main" id="{65D5449A-540A-5C4F-9267-F7F5E07A1334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981200"/>
          <a:ext cx="1981200" cy="609600"/>
        </p:xfrm>
        <a:graphic>
          <a:graphicData uri="http://schemas.openxmlformats.org/drawingml/2006/table">
            <a:tbl>
              <a:tblPr/>
              <a:tblGrid>
                <a:gridCol w="27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7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67634" name="Group 18">
            <a:extLst>
              <a:ext uri="{FF2B5EF4-FFF2-40B4-BE49-F238E27FC236}">
                <a16:creationId xmlns:a16="http://schemas.microsoft.com/office/drawing/2014/main" id="{C24313D4-ADC2-2944-B2CF-266D1D175C43}"/>
              </a:ext>
            </a:extLst>
          </p:cNvPr>
          <p:cNvGraphicFramePr>
            <a:graphicFrameLocks noGrp="1"/>
          </p:cNvGraphicFramePr>
          <p:nvPr/>
        </p:nvGraphicFramePr>
        <p:xfrm>
          <a:off x="5486400" y="32766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260" name="Line 26">
            <a:extLst>
              <a:ext uri="{FF2B5EF4-FFF2-40B4-BE49-F238E27FC236}">
                <a16:creationId xmlns:a16="http://schemas.microsoft.com/office/drawing/2014/main" id="{B13558AD-3054-2B4B-A641-33ABB7CC31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43600" y="2590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7643" name="Group 27">
            <a:extLst>
              <a:ext uri="{FF2B5EF4-FFF2-40B4-BE49-F238E27FC236}">
                <a16:creationId xmlns:a16="http://schemas.microsoft.com/office/drawing/2014/main" id="{01A7D1C4-D75F-9647-BE90-B1D245622000}"/>
              </a:ext>
            </a:extLst>
          </p:cNvPr>
          <p:cNvGraphicFramePr>
            <a:graphicFrameLocks noGrp="1"/>
          </p:cNvGraphicFramePr>
          <p:nvPr/>
        </p:nvGraphicFramePr>
        <p:xfrm>
          <a:off x="7239000" y="3352800"/>
          <a:ext cx="1143000" cy="508000"/>
        </p:xfrm>
        <a:graphic>
          <a:graphicData uri="http://schemas.openxmlformats.org/drawingml/2006/table">
            <a:tbl>
              <a:tblPr/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269" name="Line 35">
            <a:extLst>
              <a:ext uri="{FF2B5EF4-FFF2-40B4-BE49-F238E27FC236}">
                <a16:creationId xmlns:a16="http://schemas.microsoft.com/office/drawing/2014/main" id="{F7F27B34-14BD-1B43-A291-57B47A6D2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1800" y="24384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67652" name="Group 36">
            <a:extLst>
              <a:ext uri="{FF2B5EF4-FFF2-40B4-BE49-F238E27FC236}">
                <a16:creationId xmlns:a16="http://schemas.microsoft.com/office/drawing/2014/main" id="{704BB689-B188-A04D-89CA-C376D268F6FB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276600"/>
          <a:ext cx="1143000" cy="5334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PR" altLang="en-PR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278" name="Line 44">
            <a:extLst>
              <a:ext uri="{FF2B5EF4-FFF2-40B4-BE49-F238E27FC236}">
                <a16:creationId xmlns:a16="http://schemas.microsoft.com/office/drawing/2014/main" id="{34E89CF0-B065-374F-A947-880B3366E9F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2362200"/>
            <a:ext cx="304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Email: </a:t>
            </a:r>
          </a:p>
          <a:p>
            <a:pPr lvl="1"/>
            <a:r>
              <a:rPr lang="en-US" dirty="0"/>
              <a:t>manuel.rodriguez7@upr.edu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C75F85-B413-FC4B-B2D7-5D729433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Database Systems Engineering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0EC5CA-8CC1-4347-98CB-B68D6167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Manuel Rodriguez Martinez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52B4F-DE80-344B-A303-0B253051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51384-4C66-B349-8C70-9DABC03CBBE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26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11764</TotalTime>
  <Words>3056</Words>
  <Application>Microsoft Macintosh PowerPoint</Application>
  <PresentationFormat>Widescreen</PresentationFormat>
  <Paragraphs>851</Paragraphs>
  <Slides>50</Slides>
  <Notes>46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Times New Roman</vt:lpstr>
      <vt:lpstr>Office Theme</vt:lpstr>
      <vt:lpstr>Microsoft Drawing 1.01</vt:lpstr>
      <vt:lpstr>Database Systems Engineering</vt:lpstr>
      <vt:lpstr>Objectives</vt:lpstr>
      <vt:lpstr>Relational DBMS Architecture</vt:lpstr>
      <vt:lpstr>Tree-based Indexing</vt:lpstr>
      <vt:lpstr>Range queries</vt:lpstr>
      <vt:lpstr>Equality and Range Queries</vt:lpstr>
      <vt:lpstr>Spatial queries</vt:lpstr>
      <vt:lpstr>Tree index structure</vt:lpstr>
      <vt:lpstr>Three major styles</vt:lpstr>
      <vt:lpstr>General form for index pages</vt:lpstr>
      <vt:lpstr>Some issues to keep in mind</vt:lpstr>
      <vt:lpstr>ISAM</vt:lpstr>
      <vt:lpstr>ISAM Structure</vt:lpstr>
      <vt:lpstr>Sample ISAM Tree</vt:lpstr>
      <vt:lpstr>ISAM Disk Organization</vt:lpstr>
      <vt:lpstr>ISAM Tree After a few insertions</vt:lpstr>
      <vt:lpstr>Search Algorithms</vt:lpstr>
      <vt:lpstr>Search Algorithm</vt:lpstr>
      <vt:lpstr>Insertion and Deletion</vt:lpstr>
      <vt:lpstr>Some Issues</vt:lpstr>
      <vt:lpstr>B+-trees</vt:lpstr>
      <vt:lpstr>Example B+Tree</vt:lpstr>
      <vt:lpstr>Example B+tree</vt:lpstr>
      <vt:lpstr>Search Operation</vt:lpstr>
      <vt:lpstr>Example: Search on B+tree</vt:lpstr>
      <vt:lpstr>Insert Algorithm</vt:lpstr>
      <vt:lpstr>Example: Very Easy insertion </vt:lpstr>
      <vt:lpstr>Example: Easy insertion (part 1)</vt:lpstr>
      <vt:lpstr>Example: Easy insertion (part 2)</vt:lpstr>
      <vt:lpstr>More Complex Insertion (part 1)</vt:lpstr>
      <vt:lpstr>More Complex Insertion (part 2)</vt:lpstr>
      <vt:lpstr>More Complex Insertion (part 3)</vt:lpstr>
      <vt:lpstr>More Complex Insertion (part 4)</vt:lpstr>
      <vt:lpstr>Insertion Algorithm (part 1)</vt:lpstr>
      <vt:lpstr>Insertion Algorithm (part 2)</vt:lpstr>
      <vt:lpstr>Insert Algorithm (part 3)</vt:lpstr>
      <vt:lpstr>Insert Algorithm (part 4)</vt:lpstr>
      <vt:lpstr>Erase Algorithm</vt:lpstr>
      <vt:lpstr>Easy Erase</vt:lpstr>
      <vt:lpstr>More Complex Erase: Redistribute leaf (I)</vt:lpstr>
      <vt:lpstr>More Complex Erase: Redistribute leaf (II)</vt:lpstr>
      <vt:lpstr>More Complex Erase: Merge leaf (I)</vt:lpstr>
      <vt:lpstr>More Complex Erase: Merge leaf (I)</vt:lpstr>
      <vt:lpstr>Erase that cause tree height to decrease</vt:lpstr>
      <vt:lpstr>Erase that cause tree height to decrease</vt:lpstr>
      <vt:lpstr>Erase that cause tree height to decrease</vt:lpstr>
      <vt:lpstr>Erase that cause tree height to decrease</vt:lpstr>
      <vt:lpstr>Erase that cause tree height to decrease</vt:lpstr>
      <vt:lpstr>Erase that cause tree height to decrease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</dc:title>
  <dc:creator>Manuel Rodriguez Martinez</dc:creator>
  <cp:lastModifiedBy>Manuel Rodriguez Martinez</cp:lastModifiedBy>
  <cp:revision>526</cp:revision>
  <dcterms:created xsi:type="dcterms:W3CDTF">2017-08-22T15:14:51Z</dcterms:created>
  <dcterms:modified xsi:type="dcterms:W3CDTF">2026-10-01T18:50:47Z</dcterms:modified>
</cp:coreProperties>
</file>