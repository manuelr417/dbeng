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ex11 moves from hardcoded Person structs to schema-driven tables. This deck covers the tuple layer, its wire serializer, the schema layer, and the JSON catalog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Layering: tuple/ knows nothing about schemas. schema/ depends on tuple/ and drives it. The catalog JSON is the single source of truth for a table's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Bounds errors throw because they are programming mistakes. Data errors, as in the serializer, use the bool + error string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transport encoding. Storage uses a different, fixed-width encoding (RecordCodec), covered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329184" cy="3291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005840"/>
            <a:ext cx="329184" cy="3291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5296" y="1005840"/>
            <a:ext cx="329184" cy="32918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1005840"/>
            <a:ext cx="329184" cy="32918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1005840"/>
            <a:ext cx="329184" cy="32918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005840"/>
            <a:ext cx="329184" cy="329184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1005840"/>
            <a:ext cx="329184" cy="329184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5536" y="1005840"/>
            <a:ext cx="329184" cy="329184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Tuples, Schemas &amp; the Table Catalog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ex11 turns a JSON file into rows it can store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tuple/  ·  schema/  ·  tablecatalog/*.json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table's structure is data, not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person.json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on disk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847088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463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TableSchema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types, widths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847088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of Columns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847088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4630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or record encoding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06324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2971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tuple/  — what a row 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375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 a value + its type + its length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an ordered vector of Columns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TupleSerializer: self-describing wire bytes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06324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2971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  — what a row must be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3375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TableSchema: names, types, positions, widths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loader, record codec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loader and row generator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tuple::Column — one typed value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plus the two descriptions stored next to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ColumnType : int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Integer = 0,  // 4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 = 1,  // value.size()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 = 2,  // 8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ColumnValue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std::variant&lt;int, std::string,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double&gt;;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variant.index() equals the wire tag by construction: 0, 1, 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69164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Column(42)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7830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783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258568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Column("Ruth")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35000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50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258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825496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Column(3.14)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91693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28254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4747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constructors are the only writers, so type and length always match the 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Column() is Integer 0, length 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value, type and length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tuple::Tuple — an ordered row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of Columns is the entire state: no schema, no capacity, no cached sizes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6002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"Ruth"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6002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tuple::Tuple 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t.add(42);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t.add(std::string("Ruth"));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t.add(3.14);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t.column_count();   //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10912" y="155448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463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add(int), add(double), add(const std::string&amp;)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add_column(const Column&amp;)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clear() empties the row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329184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32004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5661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column_count()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column(i): throws std::out_of_range when i is out of range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every column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TupleSerializer — the wire format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Self-describing: a reader can walk the bytes without knowing the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00200"/>
            <a:ext cx="731520" cy="50292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1600200"/>
            <a:ext cx="731520" cy="50292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1600200"/>
            <a:ext cx="731520" cy="502920"/>
          </a:xfrm>
          <a:prstGeom prst="rect">
            <a:avLst/>
          </a:prstGeom>
          <a:solidFill>
            <a:srgbClr val="7A87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32320" y="1600200"/>
            <a:ext cx="1463040" cy="502920"/>
          </a:xfrm>
          <a:prstGeom prst="rect">
            <a:avLst/>
          </a:prstGeom>
          <a:solidFill>
            <a:srgbClr val="D16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0 · 12 B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 · 12 B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2 · 16 B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{42, "Ruth", 3.14}  →  4 + 12 + 12 + 16 = 44 bytes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A8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bytes: empty tuple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42" name="Text 40"/>
          <p:cNvSpPr txBox="1"/>
          <p:nvPr/>
        </p:nvSpPr>
        <p:spPr>
          <a:xfrm>
            <a:off x="201168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bytes: one int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34747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16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400" dirty="0"/>
          </a:p>
        </p:txBody>
      </p:sp>
      <p:sp>
        <p:nvSpPr>
          <p:cNvPr id="44" name="Text 42"/>
          <p:cNvSpPr txBox="1"/>
          <p:nvPr/>
        </p:nvSpPr>
        <p:spPr>
          <a:xfrm>
            <a:off x="34747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bytes: the example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type and length are 4-byte native-endian memcpy copies (single-host format)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column: [type][length][payload]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payload is the characters, with no terminator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TupleSerializer — three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either succeeds completely or reports a named error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146304" cy="146304"/>
          </a:xfrm>
          <a:prstGeom prst="ellipse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serialized_size()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count without writing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Σ (8 + payload)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size the buffer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50876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417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a buffer smaller than serialized_size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column's type/length again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 is a limit, not a target: trailing bytes are left alone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508760"/>
            <a:ext cx="146304" cy="146304"/>
          </a:xfrm>
          <a:prstGeom prst="ellipse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4173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deserialize()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783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out tuple first; it stays empty on failure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tag → refused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must match type (Double with length 4 → refused)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must fit the buffer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bytes ignored: one tuple can sit in a whole 4096-byte block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schema/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files, one job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5448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ColumnSchema.h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column's metadata: name, type, position, declared size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0712" y="155448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4630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TableSchema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table: columns, name index, wire order, validate, make_tuple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54480"/>
            <a:ext cx="146304" cy="146304"/>
          </a:xfrm>
          <a:prstGeom prst="ellipse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46304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TableSchemaJson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tablecatalog/&lt;name&gt;.json into a TableSchema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246120"/>
            <a:ext cx="146304" cy="146304"/>
          </a:xfrm>
          <a:prstGeom prst="ellipse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154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RecordCodec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pack/unpack: the on-disk record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0712" y="324612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0" y="3154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TableCsv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CSV lines into schema-shaped tuples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324612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154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TableGenerator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valid pseudo-random rows for a schema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ColumnSchema &amp; TableSchema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says what a tuple must contain; a Column says what it does contain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ColumnSchema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std::string column_name_;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tuple::ColumnType column_type_;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size_t column_position_; // tuple slot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size_t column_size_;     // 0 =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TableSchema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std::string table_name_;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vector&lt;ColumnSchema&gt; column_info_;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vector&lt;size_t&gt; column_order_;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unordered_map&lt;string,size_t&gt;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column_name_map_;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37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column_size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String's maximum length; 0 means undeclared (no limit)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set_column_size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called only by the JSON loader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337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add_column(name, type)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writer of positions and the name map; rejects empty or duplicate names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column_index(name)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optional index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column_info(i)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on a bad index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validate, make_tuple &amp; column_order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 tuple against the schema; the wire order can differ from the logical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validate(tuple, error)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tuple column per schema column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type at each position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Declared-width Strings: must fit, no NUL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name the column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356616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474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make_tuple()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row with default values in position order: 0, "", 0.0. Loaders start from it.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set_column_order({3, 0, 1, 2})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514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795528" cy="41148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78308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81928" y="1783080"/>
            <a:ext cx="795528" cy="41148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1928" y="178308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77456" y="1783080"/>
            <a:ext cx="795528" cy="41148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78308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72984" y="1783080"/>
            <a:ext cx="795528" cy="41148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72984" y="178308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514600"/>
            <a:ext cx="795528" cy="41148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251460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1928" y="2514600"/>
            <a:ext cx="795528" cy="41148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81928" y="251460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77456" y="2514600"/>
            <a:ext cx="795528" cy="41148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77456" y="251460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72984" y="2514600"/>
            <a:ext cx="795528" cy="41148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72984" y="2514600"/>
            <a:ext cx="795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order[p] = the column index written at wire position 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schema::serialize: validate → permute → tuple::serialize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schema::deserialize: tuple::deserialize → restore order → validate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default identity order the bytes match the plain serializer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RecordCodec — the on-disk record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width, position-addressed; the schema acts as the type tag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32688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16736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16736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0784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0784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84832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52928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36976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36976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21024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1024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05072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05072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73168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57216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57216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41264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41264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25312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25312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93408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93408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77456" y="1691640"/>
            <a:ext cx="384048" cy="457200"/>
          </a:xfrm>
          <a:prstGeom prst="rect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77456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61504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61504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45552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45552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1691640"/>
            <a:ext cx="384048" cy="457200"/>
          </a:xfrm>
          <a:prstGeom prst="rect">
            <a:avLst/>
          </a:prstGeom>
          <a:solidFill>
            <a:srgbClr val="E09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0" y="16916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13258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= 1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2084832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= "Alice" + NUL padding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925312" y="132588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30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461504" y="132588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= "PR"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901952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742432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278624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430768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offset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per person record (4+10+4+3)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25603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16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4400" dirty="0"/>
          </a:p>
        </p:txBody>
      </p:sp>
      <p:sp>
        <p:nvSpPr>
          <p:cNvPr id="59" name="Text 57"/>
          <p:cNvSpPr txBox="1"/>
          <p:nvPr/>
        </p:nvSpPr>
        <p:spPr>
          <a:xfrm>
            <a:off x="256032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per 4096-byte page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record_size: 4 per Integer, 8 per Double, column_size per String; 0 if a String has no declared width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pack: validates first and fails before writing; NUL-pads Strings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unpack: rejects a String field whose padding is not all NUL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schema, two encodings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 {1, "Alice", 30, "PR"} in each format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(TupleSerializer)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7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(RecordCodec)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bytes, varies by 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bytes, always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itself?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tag + length per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the schema is the tag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tag and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padding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declared widths?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for every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Transport, generic readers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file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format knows about the other; both are driven by the same TableSchema.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catalog: tablecatalog/&lt;name&gt;.json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table; adding a table needs no code changes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663440" cy="2468880"/>
          </a:xfrm>
          <a:prstGeom prst="roundRect">
            <a:avLst>
              <a:gd name="adj" fmla="val 296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"table_name": "person",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"columns":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"column_name": "pid",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"column_type": "Integer", "size": 4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"column_name": "name",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"column_type": "String",  "size": 10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...age: Integer 4, city: String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resolves  scan person …  to tablecatalog/person.json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399032"/>
            <a:ext cx="128016" cy="128016"/>
          </a:xfrm>
          <a:prstGeom prst="ellipse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581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string; also stored in the heap file's header page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1993392"/>
            <a:ext cx="128016" cy="128016"/>
          </a:xfrm>
          <a:prstGeom prst="ellipse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1762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array; file order = column position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58775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2514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7706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non-empty, unique in the 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182112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column_type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3649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Integer, String or Double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0" y="3776472"/>
            <a:ext cx="128016" cy="128016"/>
          </a:xfrm>
          <a:prstGeom prst="ellipse">
            <a:avLst/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9593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integer, required. String: max length and bytes on disk. Integer/Double: informational only (the codec uses 4 and 8)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TableSchemaJson — loading a catalog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hand-written recursive-descent parser; all-or-nothing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11096" y="1536192"/>
            <a:ext cx="201168" cy="219456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9696" y="13716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93592" y="1536192"/>
            <a:ext cx="201168" cy="219456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13716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entries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76088" y="1536192"/>
            <a:ext cx="201168" cy="219456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13716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add_column ×n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8584" y="1536192"/>
            <a:ext cx="201168" cy="219456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137160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schema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19456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only what the catalog uses: objects, arrays, strings (with escapes and \uXXXX), integers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false, null and floats are rejected with a clear message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Unknown, missing or duplicate keys are errors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 the output schema is left empty; the loaded schema is only built once every check passes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3931920" cy="2423160"/>
          </a:xfrm>
          <a:prstGeom prst="roundRect">
            <a:avLst>
              <a:gd name="adj" fmla="val 301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3317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3: expected ':' after the key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5: unknown column type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'Float'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6: column 'age': size must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 a positive integer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9: column 'name' already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rows in: TableCsv &amp; TableGenerator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tuples shaped by the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TableCsv: load_csv(schema, path, …)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line, split on commas; no quoting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Integer: std::from_chars, must consume the whole field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Double: strtod, must consume the whole field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taken as-is; width is checked at insert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row → "line N: reason", skipped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lines skipped, trailing \r removed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2F4F5"/>
          </a:solidFill>
          <a:ln w="12700">
            <a:solidFill>
              <a:srgbClr val="F2F4F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50876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TableGenerator: generate_tuples(…)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78308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for the same seed (std::mt19937)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Integer column counts up from first_id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Integers: 0–999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Doubles: 0–100, one decimal place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Strings: lowercase letters, 1 to declared width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passes validate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end: one CSV line becomes a stored record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person.json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load_table_schema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1664208"/>
            <a:ext cx="274320" cy="237744"/>
          </a:xfrm>
          <a:prstGeom prst="rightArrow">
            <a:avLst/>
          </a:prstGeom>
          <a:solidFill>
            <a:srgbClr val="9AA5AD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TableSchema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parse_csv_row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64208"/>
            <a:ext cx="274320" cy="237744"/>
          </a:xfrm>
          <a:prstGeom prst="rightArrow">
            <a:avLst/>
          </a:prstGeom>
          <a:solidFill>
            <a:srgbClr val="9AA5AD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664208"/>
            <a:ext cx="274320" cy="237744"/>
          </a:xfrm>
          <a:prstGeom prst="rightArrow">
            <a:avLst/>
          </a:prstGeom>
          <a:solidFill>
            <a:srgbClr val="9AA5AD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D1603D"/>
          </a:solidFill>
          <a:ln w="12700">
            <a:solidFill>
              <a:srgbClr val="D160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21-byte record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put_record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1,Alice,30,PR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is the single source of truth for columns, types and widths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generic, so one CLI serves every table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uses fixed-width records; transport uses self-describing bytes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ex11: Tuples, Schemas, and the Table Catalog</dc:title>
  <dc:subject>PptxGenJS Presentation</dc:subject>
  <dc:creator>PptxGenJS</dc:creator>
  <cp:lastModifiedBy>PptxGenJS</cp:lastModifiedBy>
  <cp:revision>1</cp:revision>
  <dcterms:created xsi:type="dcterms:W3CDTF">2026-09-24T18:33:50Z</dcterms:created>
  <dcterms:modified xsi:type="dcterms:W3CDTF">2026-09-24T18:33:50Z</dcterms:modified>
</cp:coreProperties>
</file>